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68" r:id="rId3"/>
    <p:sldId id="257" r:id="rId4"/>
    <p:sldId id="259" r:id="rId5"/>
    <p:sldId id="260" r:id="rId6"/>
    <p:sldId id="262" r:id="rId7"/>
    <p:sldId id="264" r:id="rId8"/>
    <p:sldId id="261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1AF5C54-0B06-4177-A9F0-BCE0F5FFC897}" v="1" dt="2026-03-23T08:19:44.847"/>
    <p1510:client id="{4674C1DA-8D81-4D6F-8BBF-5B54C65D0620}" v="5" dt="2026-03-23T08:05:43.4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el Keres" userId="752d1ddc-804c-49ca-ad09-1c6c449e92da" providerId="ADAL" clId="{432E75ED-E203-414C-BE65-B3FE3A2E67DA}"/>
    <pc:docChg chg="modSld sldOrd">
      <pc:chgData name="Emel Keres" userId="752d1ddc-804c-49ca-ad09-1c6c449e92da" providerId="ADAL" clId="{432E75ED-E203-414C-BE65-B3FE3A2E67DA}" dt="2026-03-23T08:19:44.861" v="1"/>
      <pc:docMkLst>
        <pc:docMk/>
      </pc:docMkLst>
      <pc:sldChg chg="ord">
        <pc:chgData name="Emel Keres" userId="752d1ddc-804c-49ca-ad09-1c6c449e92da" providerId="ADAL" clId="{432E75ED-E203-414C-BE65-B3FE3A2E67DA}" dt="2026-03-23T08:19:44.861" v="1"/>
        <pc:sldMkLst>
          <pc:docMk/>
          <pc:sldMk cId="3055474279" sldId="265"/>
        </pc:sldMkLst>
      </pc:sldChg>
    </pc:docChg>
  </pc:docChgLst>
  <pc:docChgLst>
    <pc:chgData name="Emel Keres" userId="752d1ddc-804c-49ca-ad09-1c6c449e92da" providerId="ADAL" clId="{0429B13A-CCFC-46EC-9D2E-9EC40A1F5C46}"/>
    <pc:docChg chg="custSel addSld delSld modSld sldOrd">
      <pc:chgData name="Emel Keres" userId="752d1ddc-804c-49ca-ad09-1c6c449e92da" providerId="ADAL" clId="{0429B13A-CCFC-46EC-9D2E-9EC40A1F5C46}" dt="2026-03-23T08:14:01.410" v="534" actId="5793"/>
      <pc:docMkLst>
        <pc:docMk/>
      </pc:docMkLst>
      <pc:sldChg chg="modSp mod">
        <pc:chgData name="Emel Keres" userId="752d1ddc-804c-49ca-ad09-1c6c449e92da" providerId="ADAL" clId="{0429B13A-CCFC-46EC-9D2E-9EC40A1F5C46}" dt="2026-03-23T07:56:25.081" v="470" actId="1076"/>
        <pc:sldMkLst>
          <pc:docMk/>
          <pc:sldMk cId="3746204366" sldId="257"/>
        </pc:sldMkLst>
        <pc:spChg chg="mod">
          <ac:chgData name="Emel Keres" userId="752d1ddc-804c-49ca-ad09-1c6c449e92da" providerId="ADAL" clId="{0429B13A-CCFC-46EC-9D2E-9EC40A1F5C46}" dt="2026-03-23T07:56:25.081" v="470" actId="1076"/>
          <ac:spMkLst>
            <pc:docMk/>
            <pc:sldMk cId="3746204366" sldId="257"/>
            <ac:spMk id="2" creationId="{32E071F7-D8B0-BCA6-A062-54FF26992EC1}"/>
          </ac:spMkLst>
        </pc:spChg>
        <pc:spChg chg="mod">
          <ac:chgData name="Emel Keres" userId="752d1ddc-804c-49ca-ad09-1c6c449e92da" providerId="ADAL" clId="{0429B13A-CCFC-46EC-9D2E-9EC40A1F5C46}" dt="2026-03-23T07:56:19.580" v="469" actId="1076"/>
          <ac:spMkLst>
            <pc:docMk/>
            <pc:sldMk cId="3746204366" sldId="257"/>
            <ac:spMk id="3" creationId="{887DA90D-641E-3D94-03AB-A4FDCC03F76A}"/>
          </ac:spMkLst>
        </pc:spChg>
      </pc:sldChg>
      <pc:sldChg chg="modSp mod">
        <pc:chgData name="Emel Keres" userId="752d1ddc-804c-49ca-ad09-1c6c449e92da" providerId="ADAL" clId="{0429B13A-CCFC-46EC-9D2E-9EC40A1F5C46}" dt="2026-03-23T08:09:09.808" v="525" actId="20577"/>
        <pc:sldMkLst>
          <pc:docMk/>
          <pc:sldMk cId="758963859" sldId="259"/>
        </pc:sldMkLst>
        <pc:spChg chg="mod">
          <ac:chgData name="Emel Keres" userId="752d1ddc-804c-49ca-ad09-1c6c449e92da" providerId="ADAL" clId="{0429B13A-CCFC-46EC-9D2E-9EC40A1F5C46}" dt="2026-03-23T08:09:09.808" v="525" actId="20577"/>
          <ac:spMkLst>
            <pc:docMk/>
            <pc:sldMk cId="758963859" sldId="259"/>
            <ac:spMk id="3" creationId="{9CA1E0D2-77BC-E391-9EBE-A916A8417BAD}"/>
          </ac:spMkLst>
        </pc:spChg>
      </pc:sldChg>
      <pc:sldChg chg="modSp mod">
        <pc:chgData name="Emel Keres" userId="752d1ddc-804c-49ca-ad09-1c6c449e92da" providerId="ADAL" clId="{0429B13A-CCFC-46EC-9D2E-9EC40A1F5C46}" dt="2026-03-23T08:14:01.410" v="534" actId="5793"/>
        <pc:sldMkLst>
          <pc:docMk/>
          <pc:sldMk cId="4020419043" sldId="260"/>
        </pc:sldMkLst>
        <pc:spChg chg="mod">
          <ac:chgData name="Emel Keres" userId="752d1ddc-804c-49ca-ad09-1c6c449e92da" providerId="ADAL" clId="{0429B13A-CCFC-46EC-9D2E-9EC40A1F5C46}" dt="2026-03-23T08:14:01.410" v="534" actId="5793"/>
          <ac:spMkLst>
            <pc:docMk/>
            <pc:sldMk cId="4020419043" sldId="260"/>
            <ac:spMk id="2" creationId="{E0A2C836-23DE-91AA-B6ED-873A1952E19F}"/>
          </ac:spMkLst>
        </pc:spChg>
      </pc:sldChg>
      <pc:sldChg chg="modSp mod ord">
        <pc:chgData name="Emel Keres" userId="752d1ddc-804c-49ca-ad09-1c6c449e92da" providerId="ADAL" clId="{0429B13A-CCFC-46EC-9D2E-9EC40A1F5C46}" dt="2026-03-23T08:12:43.415" v="531"/>
        <pc:sldMkLst>
          <pc:docMk/>
          <pc:sldMk cId="279561989" sldId="261"/>
        </pc:sldMkLst>
        <pc:spChg chg="mod">
          <ac:chgData name="Emel Keres" userId="752d1ddc-804c-49ca-ad09-1c6c449e92da" providerId="ADAL" clId="{0429B13A-CCFC-46EC-9D2E-9EC40A1F5C46}" dt="2026-03-23T08:09:24.191" v="526" actId="313"/>
          <ac:spMkLst>
            <pc:docMk/>
            <pc:sldMk cId="279561989" sldId="261"/>
            <ac:spMk id="4" creationId="{E4EBA157-F826-756A-9C9A-131CCE058350}"/>
          </ac:spMkLst>
        </pc:spChg>
      </pc:sldChg>
      <pc:sldChg chg="modSp mod ord">
        <pc:chgData name="Emel Keres" userId="752d1ddc-804c-49ca-ad09-1c6c449e92da" providerId="ADAL" clId="{0429B13A-CCFC-46EC-9D2E-9EC40A1F5C46}" dt="2026-03-23T08:12:44.641" v="533"/>
        <pc:sldMkLst>
          <pc:docMk/>
          <pc:sldMk cId="2923668699" sldId="262"/>
        </pc:sldMkLst>
        <pc:spChg chg="mod">
          <ac:chgData name="Emel Keres" userId="752d1ddc-804c-49ca-ad09-1c6c449e92da" providerId="ADAL" clId="{0429B13A-CCFC-46EC-9D2E-9EC40A1F5C46}" dt="2026-03-23T07:39:04.262" v="26" actId="207"/>
          <ac:spMkLst>
            <pc:docMk/>
            <pc:sldMk cId="2923668699" sldId="262"/>
            <ac:spMk id="3" creationId="{00322F7B-7991-384B-AD7A-A0DBCC7B3BB0}"/>
          </ac:spMkLst>
        </pc:spChg>
      </pc:sldChg>
      <pc:sldChg chg="ord">
        <pc:chgData name="Emel Keres" userId="752d1ddc-804c-49ca-ad09-1c6c449e92da" providerId="ADAL" clId="{0429B13A-CCFC-46EC-9D2E-9EC40A1F5C46}" dt="2026-03-23T08:11:45.635" v="529"/>
        <pc:sldMkLst>
          <pc:docMk/>
          <pc:sldMk cId="3055474279" sldId="265"/>
        </pc:sldMkLst>
      </pc:sldChg>
      <pc:sldChg chg="addSp delSp modSp mod">
        <pc:chgData name="Emel Keres" userId="752d1ddc-804c-49ca-ad09-1c6c449e92da" providerId="ADAL" clId="{0429B13A-CCFC-46EC-9D2E-9EC40A1F5C46}" dt="2026-03-23T07:45:12.536" v="223" actId="1076"/>
        <pc:sldMkLst>
          <pc:docMk/>
          <pc:sldMk cId="499236404" sldId="266"/>
        </pc:sldMkLst>
        <pc:spChg chg="del mod">
          <ac:chgData name="Emel Keres" userId="752d1ddc-804c-49ca-ad09-1c6c449e92da" providerId="ADAL" clId="{0429B13A-CCFC-46EC-9D2E-9EC40A1F5C46}" dt="2026-03-23T07:42:19.906" v="41"/>
          <ac:spMkLst>
            <pc:docMk/>
            <pc:sldMk cId="499236404" sldId="266"/>
            <ac:spMk id="5" creationId="{70DE4B27-1A5A-059A-AE0B-DE0FB057D67D}"/>
          </ac:spMkLst>
        </pc:spChg>
        <pc:picChg chg="add mod">
          <ac:chgData name="Emel Keres" userId="752d1ddc-804c-49ca-ad09-1c6c449e92da" providerId="ADAL" clId="{0429B13A-CCFC-46EC-9D2E-9EC40A1F5C46}" dt="2026-03-23T07:45:12.536" v="223" actId="1076"/>
          <ac:picMkLst>
            <pc:docMk/>
            <pc:sldMk cId="499236404" sldId="266"/>
            <ac:picMk id="6" creationId="{2F06BAC0-0FE3-07CB-C80A-060A15B20228}"/>
          </ac:picMkLst>
        </pc:picChg>
      </pc:sldChg>
      <pc:sldChg chg="modSp new mod setBg">
        <pc:chgData name="Emel Keres" userId="752d1ddc-804c-49ca-ad09-1c6c449e92da" providerId="ADAL" clId="{0429B13A-CCFC-46EC-9D2E-9EC40A1F5C46}" dt="2026-03-23T07:45:27.491" v="224" actId="113"/>
        <pc:sldMkLst>
          <pc:docMk/>
          <pc:sldMk cId="1708262458" sldId="267"/>
        </pc:sldMkLst>
        <pc:spChg chg="mod">
          <ac:chgData name="Emel Keres" userId="752d1ddc-804c-49ca-ad09-1c6c449e92da" providerId="ADAL" clId="{0429B13A-CCFC-46EC-9D2E-9EC40A1F5C46}" dt="2026-03-23T07:39:45.524" v="30" actId="113"/>
          <ac:spMkLst>
            <pc:docMk/>
            <pc:sldMk cId="1708262458" sldId="267"/>
            <ac:spMk id="2" creationId="{7B35E316-6C07-EC8D-4E8F-B754BDBF732F}"/>
          </ac:spMkLst>
        </pc:spChg>
        <pc:spChg chg="mod">
          <ac:chgData name="Emel Keres" userId="752d1ddc-804c-49ca-ad09-1c6c449e92da" providerId="ADAL" clId="{0429B13A-CCFC-46EC-9D2E-9EC40A1F5C46}" dt="2026-03-23T07:45:27.491" v="224" actId="113"/>
          <ac:spMkLst>
            <pc:docMk/>
            <pc:sldMk cId="1708262458" sldId="267"/>
            <ac:spMk id="3" creationId="{DDC041AC-1C4B-3363-E6C3-987E82B84433}"/>
          </ac:spMkLst>
        </pc:spChg>
      </pc:sldChg>
      <pc:sldChg chg="modSp new mod setBg">
        <pc:chgData name="Emel Keres" userId="752d1ddc-804c-49ca-ad09-1c6c449e92da" providerId="ADAL" clId="{0429B13A-CCFC-46EC-9D2E-9EC40A1F5C46}" dt="2026-03-23T08:11:00.416" v="527" actId="1076"/>
        <pc:sldMkLst>
          <pc:docMk/>
          <pc:sldMk cId="2780437922" sldId="268"/>
        </pc:sldMkLst>
        <pc:spChg chg="mod">
          <ac:chgData name="Emel Keres" userId="752d1ddc-804c-49ca-ad09-1c6c449e92da" providerId="ADAL" clId="{0429B13A-CCFC-46EC-9D2E-9EC40A1F5C46}" dt="2026-03-23T08:05:52.103" v="502" actId="113"/>
          <ac:spMkLst>
            <pc:docMk/>
            <pc:sldMk cId="2780437922" sldId="268"/>
            <ac:spMk id="2" creationId="{38127A41-FC8F-7BF2-D311-D5C05DAC0ECD}"/>
          </ac:spMkLst>
        </pc:spChg>
        <pc:spChg chg="mod">
          <ac:chgData name="Emel Keres" userId="752d1ddc-804c-49ca-ad09-1c6c449e92da" providerId="ADAL" clId="{0429B13A-CCFC-46EC-9D2E-9EC40A1F5C46}" dt="2026-03-23T08:11:00.416" v="527" actId="1076"/>
          <ac:spMkLst>
            <pc:docMk/>
            <pc:sldMk cId="2780437922" sldId="268"/>
            <ac:spMk id="3" creationId="{C854B665-A18C-ABAB-8F83-11CFEE390200}"/>
          </ac:spMkLst>
        </pc:spChg>
      </pc:sldChg>
      <pc:sldChg chg="modSp new del mod">
        <pc:chgData name="Emel Keres" userId="752d1ddc-804c-49ca-ad09-1c6c449e92da" providerId="ADAL" clId="{0429B13A-CCFC-46EC-9D2E-9EC40A1F5C46}" dt="2026-03-23T07:52:09.098" v="315" actId="47"/>
        <pc:sldMkLst>
          <pc:docMk/>
          <pc:sldMk cId="3444485359" sldId="268"/>
        </pc:sldMkLst>
        <pc:spChg chg="mod">
          <ac:chgData name="Emel Keres" userId="752d1ddc-804c-49ca-ad09-1c6c449e92da" providerId="ADAL" clId="{0429B13A-CCFC-46EC-9D2E-9EC40A1F5C46}" dt="2026-03-23T07:50:31.175" v="314" actId="20577"/>
          <ac:spMkLst>
            <pc:docMk/>
            <pc:sldMk cId="3444485359" sldId="268"/>
            <ac:spMk id="2" creationId="{A850D71F-9874-F271-06D2-BBE3EC297FCB}"/>
          </ac:spMkLst>
        </pc:spChg>
      </pc:sldChg>
      <pc:sldChg chg="modSp new del mod">
        <pc:chgData name="Emel Keres" userId="752d1ddc-804c-49ca-ad09-1c6c449e92da" providerId="ADAL" clId="{0429B13A-CCFC-46EC-9D2E-9EC40A1F5C46}" dt="2026-03-23T08:07:32.925" v="524" actId="47"/>
        <pc:sldMkLst>
          <pc:docMk/>
          <pc:sldMk cId="441883318" sldId="269"/>
        </pc:sldMkLst>
        <pc:spChg chg="mod">
          <ac:chgData name="Emel Keres" userId="752d1ddc-804c-49ca-ad09-1c6c449e92da" providerId="ADAL" clId="{0429B13A-CCFC-46EC-9D2E-9EC40A1F5C46}" dt="2026-03-23T08:06:32.437" v="518" actId="20577"/>
          <ac:spMkLst>
            <pc:docMk/>
            <pc:sldMk cId="441883318" sldId="269"/>
            <ac:spMk id="2" creationId="{791FE5E5-E16C-85EF-A8E1-6EAA070DCCFF}"/>
          </ac:spMkLst>
        </pc:spChg>
      </pc:sldChg>
      <pc:sldChg chg="modSp new del mod">
        <pc:chgData name="Emel Keres" userId="752d1ddc-804c-49ca-ad09-1c6c449e92da" providerId="ADAL" clId="{0429B13A-CCFC-46EC-9D2E-9EC40A1F5C46}" dt="2026-03-23T08:07:32.016" v="523" actId="47"/>
        <pc:sldMkLst>
          <pc:docMk/>
          <pc:sldMk cId="1611830645" sldId="270"/>
        </pc:sldMkLst>
        <pc:spChg chg="mod">
          <ac:chgData name="Emel Keres" userId="752d1ddc-804c-49ca-ad09-1c6c449e92da" providerId="ADAL" clId="{0429B13A-CCFC-46EC-9D2E-9EC40A1F5C46}" dt="2026-03-23T08:06:47.082" v="522" actId="20577"/>
          <ac:spMkLst>
            <pc:docMk/>
            <pc:sldMk cId="1611830645" sldId="270"/>
            <ac:spMk id="2" creationId="{B16B37D5-21D3-8ADC-D3A1-0C7CF201FE7F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C1CD7C-8F31-40FA-8A14-73DFBAADCBFB}" type="datetimeFigureOut">
              <a:rPr lang="fr-CH" smtClean="0"/>
              <a:t>23.03.2026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EDA11E-B8CB-48B3-9EEC-B0BF27E9C024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621543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DA11E-B8CB-48B3-9EEC-B0BF27E9C024}" type="slidenum">
              <a:rPr lang="fr-CH" smtClean="0"/>
              <a:t>10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682963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4C992E-2B6C-AA86-CB77-A3A49666DC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7F4625D-7EF2-0F1A-AE69-820AEA5AE1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A9B6A9-2976-074B-BD74-94DBBEA46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FD973-9FBE-4D8C-A70F-308F6E17EE27}" type="datetimeFigureOut">
              <a:rPr lang="fr-CH" smtClean="0"/>
              <a:t>23.03.2026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5815E70-AC24-2E5E-2BBA-0B44D9897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2BABD62-69AE-0507-36D1-7E24A540B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A95A2-B9ED-4294-8263-E0AAB1EC85C3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933165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9BAA6E-EF6A-7340-4C2F-C8F4891A8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F575A3B-882E-0E14-7977-B89B6DFA1F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D60937B-76CA-C2E9-856A-D1EFAC7DD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FD973-9FBE-4D8C-A70F-308F6E17EE27}" type="datetimeFigureOut">
              <a:rPr lang="fr-CH" smtClean="0"/>
              <a:t>23.03.2026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6754AD2-51AA-F539-684C-A59DEB340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A879F2B-6A1E-84F1-BDA8-DE5C7D075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A95A2-B9ED-4294-8263-E0AAB1EC85C3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17709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416767-7B55-D351-BEAA-986ACC72B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1A97BF7-644A-2283-6866-51D7E0BFEF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953F9AB-AE62-6B2B-A512-22B04CD31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FD973-9FBE-4D8C-A70F-308F6E17EE27}" type="datetimeFigureOut">
              <a:rPr lang="fr-CH" smtClean="0"/>
              <a:t>23.03.2026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64DEFC-A1C7-D2FD-D658-0D0E1966F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3C98D63-31C3-2BDD-AF66-A751CA3AE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A95A2-B9ED-4294-8263-E0AAB1EC85C3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39490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857320-A437-8290-3833-08672D759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AED12D6-D00A-0F68-0AAE-7BD66E5BB5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CFF25C7-0CA3-64D5-7A66-FB27CED93B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96DF6D3-B908-39FF-821F-31BF913C8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FD973-9FBE-4D8C-A70F-308F6E17EE27}" type="datetimeFigureOut">
              <a:rPr lang="fr-CH" smtClean="0"/>
              <a:t>23.03.2026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475A83D-1070-73F7-084B-375199516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6AC19F2-6B13-FB2A-0F1D-0E14B09A6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A95A2-B9ED-4294-8263-E0AAB1EC85C3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504225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0BEDB8-961B-02A4-9560-9C873B0BC2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05CD065-3CAE-43E1-1A66-7F16F15B7C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C94DE12-8DC6-2357-8D91-7E54840FF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64028-3989-6252-2D6B-99AF49E1E8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90E54B5-20DA-39D9-BC55-36C73288C9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73D9747B-A72E-7CD7-2AA1-59C2ABC3A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FD973-9FBE-4D8C-A70F-308F6E17EE27}" type="datetimeFigureOut">
              <a:rPr lang="fr-CH" smtClean="0"/>
              <a:t>23.03.2026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2BA9FC8-074D-3C3A-1936-370BB6693F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B72162-FDCE-C0B2-ED3D-C78598036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A95A2-B9ED-4294-8263-E0AAB1EC85C3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535914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A719385-F270-429A-344D-C2C5D6103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077D87A-CAB0-5B88-EF95-BBEF1A66E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FD973-9FBE-4D8C-A70F-308F6E17EE27}" type="datetimeFigureOut">
              <a:rPr lang="fr-CH" smtClean="0"/>
              <a:t>23.03.2026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C1542D4-23CE-AF99-4421-1B0EEFEEB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2150F28-5917-6200-9B38-B4A7081E1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A95A2-B9ED-4294-8263-E0AAB1EC85C3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039258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7AC539AD-309D-15D4-C4B5-56DAF8342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FD973-9FBE-4D8C-A70F-308F6E17EE27}" type="datetimeFigureOut">
              <a:rPr lang="fr-CH" smtClean="0"/>
              <a:t>23.03.2026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7AA837C3-DD44-9629-E2BE-60E6F5C38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E743251-E34C-7268-2F95-0A75791CF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A95A2-B9ED-4294-8263-E0AAB1EC85C3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19351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E8A7C4-D408-EC86-F41A-678B4B9D3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7EEE3C-4B91-3546-1F0E-E05D6D3A46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10D2562-1753-12E8-58AB-2F43CD8009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F73B27F-62A9-D908-A818-D9B36E91C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FD973-9FBE-4D8C-A70F-308F6E17EE27}" type="datetimeFigureOut">
              <a:rPr lang="fr-CH" smtClean="0"/>
              <a:t>23.03.2026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69F91D0-1CB3-4023-4288-4982BCF99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197A708-15FB-A562-B017-59D057C56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A95A2-B9ED-4294-8263-E0AAB1EC85C3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22571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A3B9C6-86F5-52C8-37E6-8CF12939C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6E4A1C6-0624-5940-55AA-BE9E5C5051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47BB5DE-3025-161D-C0A7-A0B024E50F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81E62A6-1F60-60A1-21BA-A2B2E7257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FD973-9FBE-4D8C-A70F-308F6E17EE27}" type="datetimeFigureOut">
              <a:rPr lang="fr-CH" smtClean="0"/>
              <a:t>23.03.2026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3C1327F-5F7C-E64E-6A3B-20DBAECBC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F4B667E-0BC5-5BB3-576B-C8742C5DA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A95A2-B9ED-4294-8263-E0AAB1EC85C3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954354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459A10-0080-D241-560B-1162EAA3B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56770EB-9BF4-FEC3-199F-411C2EB14C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81251F7-AC07-EC84-2980-409D5837E3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FD973-9FBE-4D8C-A70F-308F6E17EE27}" type="datetimeFigureOut">
              <a:rPr lang="fr-CH" smtClean="0"/>
              <a:t>23.03.2026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018E9B7-88E5-2015-797F-3F58B562E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94B2474-BB89-1E6E-2F8D-78153BF6F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A95A2-B9ED-4294-8263-E0AAB1EC85C3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5882010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E552DCC-3028-CD58-F1C1-158B9076E8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4062588-8EB7-CAE9-3769-37805A7519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16E774-EB38-6AA9-D597-05F9DA3C0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FD973-9FBE-4D8C-A70F-308F6E17EE27}" type="datetimeFigureOut">
              <a:rPr lang="fr-CH" smtClean="0"/>
              <a:t>23.03.2026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4E2442B-252C-CCC9-A106-7087796D0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29E4D74-CBD5-66BD-B8CD-3C8DC58B9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A95A2-B9ED-4294-8263-E0AAB1EC85C3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4863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222C829-A5B6-86FB-3FA1-2E1BDC236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4D6860B-AFA0-074E-CE73-5DD2251CA5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24CA67D-E057-CC0B-42A4-55D3884423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7FD973-9FBE-4D8C-A70F-308F6E17EE27}" type="datetimeFigureOut">
              <a:rPr lang="fr-CH" smtClean="0"/>
              <a:t>23.03.2026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FA41122-2697-48BC-559C-054A491437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B0E2E9-5C3E-272A-4692-C069E2682E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9A95A2-B9ED-4294-8263-E0AAB1EC85C3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37769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1DC6ABD-215C-4EA8-A483-CEF5B99AB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6677FA0-2093-0729-65C9-7732171537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9609" y="679731"/>
            <a:ext cx="4786988" cy="3736540"/>
          </a:xfrm>
        </p:spPr>
        <p:txBody>
          <a:bodyPr>
            <a:normAutofit/>
          </a:bodyPr>
          <a:lstStyle/>
          <a:p>
            <a:pPr algn="l"/>
            <a:r>
              <a:rPr lang="fr-CH" sz="5100" b="1">
                <a:solidFill>
                  <a:schemeClr val="bg1"/>
                </a:solidFill>
              </a:rPr>
              <a:t>MA-18</a:t>
            </a:r>
            <a:br>
              <a:rPr lang="fr-CH" sz="5100" b="1">
                <a:solidFill>
                  <a:schemeClr val="bg1"/>
                </a:solidFill>
              </a:rPr>
            </a:br>
            <a:r>
              <a:rPr lang="fr-CH" sz="5100" b="1">
                <a:solidFill>
                  <a:schemeClr val="bg1"/>
                </a:solidFill>
              </a:rPr>
              <a:t>Administration Serveur</a:t>
            </a:r>
            <a:br>
              <a:rPr lang="fr-CH" sz="5100" b="1">
                <a:solidFill>
                  <a:schemeClr val="bg1"/>
                </a:solidFill>
              </a:rPr>
            </a:br>
            <a:r>
              <a:rPr lang="fr-CH" sz="5100" b="1">
                <a:solidFill>
                  <a:schemeClr val="bg1"/>
                </a:solidFill>
              </a:rPr>
              <a:t>Services arrêtés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5FC79B4-D16D-4E01-717A-8A936D539B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9609" y="4685288"/>
            <a:ext cx="4171994" cy="1035781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fr-CH">
                <a:solidFill>
                  <a:schemeClr val="bg1"/>
                </a:solidFill>
              </a:rPr>
              <a:t>Présenté par </a:t>
            </a:r>
            <a:r>
              <a:rPr lang="fr-CH" err="1">
                <a:solidFill>
                  <a:schemeClr val="bg1"/>
                </a:solidFill>
              </a:rPr>
              <a:t>Emel</a:t>
            </a:r>
            <a:r>
              <a:rPr lang="fr-CH">
                <a:solidFill>
                  <a:schemeClr val="bg1"/>
                </a:solidFill>
              </a:rPr>
              <a:t>, </a:t>
            </a:r>
            <a:r>
              <a:rPr lang="fr-CH" err="1">
                <a:solidFill>
                  <a:schemeClr val="bg1"/>
                </a:solidFill>
              </a:rPr>
              <a:t>Adin</a:t>
            </a:r>
            <a:r>
              <a:rPr lang="fr-CH">
                <a:solidFill>
                  <a:schemeClr val="bg1"/>
                </a:solidFill>
              </a:rPr>
              <a:t>, Yuri, Mateo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 4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8ECC1792-D076-7A04-0474-89075ADB56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6467" y="1946764"/>
            <a:ext cx="5827834" cy="2837472"/>
          </a:xfrm>
          <a:prstGeom prst="rect">
            <a:avLst/>
          </a:prstGeom>
        </p:spPr>
      </p:pic>
      <p:pic>
        <p:nvPicPr>
          <p:cNvPr id="6" name="Image 5" descr="Une image contenant Police, Graphique, graphis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4DDAF42B-0711-E79F-0AEF-8B7C74FE19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4" y="6003191"/>
            <a:ext cx="1700335" cy="849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239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127A41-FC8F-7BF2-D311-D5C05DAC0E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913067"/>
          </a:xfrm>
        </p:spPr>
        <p:txBody>
          <a:bodyPr>
            <a:normAutofit fontScale="90000"/>
          </a:bodyPr>
          <a:lstStyle/>
          <a:p>
            <a:r>
              <a:rPr lang="fr-CH" b="1">
                <a:solidFill>
                  <a:schemeClr val="bg1"/>
                </a:solidFill>
                <a:latin typeface="+mn-lt"/>
              </a:rPr>
              <a:t>Introduction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854B665-A18C-ABAB-8F83-11CFEE3902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1773238"/>
            <a:ext cx="12192000" cy="1655762"/>
          </a:xfrm>
        </p:spPr>
        <p:txBody>
          <a:bodyPr>
            <a:noAutofit/>
          </a:bodyPr>
          <a:lstStyle/>
          <a:p>
            <a:pPr algn="l">
              <a:lnSpc>
                <a:spcPct val="200000"/>
              </a:lnSpc>
            </a:pPr>
            <a:r>
              <a:rPr lang="fr-CH" sz="3000">
                <a:solidFill>
                  <a:schemeClr val="bg1"/>
                </a:solidFill>
              </a:rPr>
              <a:t>L’administration des serveurs repose sur le bon fonctionnement des services. Lorsqu’un service s’arrête, cela peut perturber le système. Cette présentation explique les causes, les impacts et les solutions liés à ces arrêts.</a:t>
            </a:r>
          </a:p>
        </p:txBody>
      </p:sp>
    </p:spTree>
    <p:extLst>
      <p:ext uri="{BB962C8B-B14F-4D97-AF65-F5344CB8AC3E}">
        <p14:creationId xmlns:p14="http://schemas.microsoft.com/office/powerpoint/2010/main" val="27804379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E071F7-D8B0-BCA6-A062-54FF26992EC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370748" y="0"/>
            <a:ext cx="7450503" cy="891860"/>
          </a:xfrm>
        </p:spPr>
        <p:txBody>
          <a:bodyPr/>
          <a:lstStyle/>
          <a:p>
            <a:r>
              <a:rPr lang="fr-FR" b="1">
                <a:solidFill>
                  <a:schemeClr val="bg1"/>
                </a:solidFill>
              </a:rPr>
              <a:t>Connaître les services arrêtés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87DA90D-641E-3D94-03AB-A4FDCC03F76A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234440"/>
            <a:ext cx="12192000" cy="582472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fr-FR" sz="2400" b="1">
                <a:solidFill>
                  <a:schemeClr val="bg1"/>
                </a:solidFill>
              </a:rPr>
              <a:t>Donnée : </a:t>
            </a:r>
          </a:p>
          <a:p>
            <a:pPr marL="457200" indent="-457200"/>
            <a:r>
              <a:rPr lang="fr-FR" sz="2400" b="1">
                <a:solidFill>
                  <a:schemeClr val="bg1"/>
                </a:solidFill>
              </a:rPr>
              <a:t>Afficher les services Windows arrêtés</a:t>
            </a:r>
          </a:p>
          <a:p>
            <a:pPr marL="457200" indent="-457200"/>
            <a:r>
              <a:rPr lang="fr-FR" sz="2400" b="1">
                <a:solidFill>
                  <a:schemeClr val="bg1"/>
                </a:solidFill>
              </a:rPr>
              <a:t>Récupérer tous les services du système</a:t>
            </a:r>
          </a:p>
          <a:p>
            <a:pPr marL="457200" indent="-457200"/>
            <a:r>
              <a:rPr lang="fr-FR" sz="2400" b="1">
                <a:solidFill>
                  <a:schemeClr val="bg1"/>
                </a:solidFill>
              </a:rPr>
              <a:t>Lancement du script en sélectionnant le disque et le dossier (cd C:\nom_dossier)</a:t>
            </a:r>
          </a:p>
          <a:p>
            <a:pPr marL="457200" indent="-457200"/>
            <a:r>
              <a:rPr lang="fr-FR" sz="2400" b="1">
                <a:solidFill>
                  <a:schemeClr val="bg1"/>
                </a:solidFill>
              </a:rPr>
              <a:t>Exécution .\script.ps1</a:t>
            </a:r>
          </a:p>
          <a:p>
            <a:pPr marL="457200" indent="-457200"/>
            <a:endParaRPr lang="fr-FR" sz="2400" b="1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fr-FR" sz="2400" b="1">
                <a:solidFill>
                  <a:schemeClr val="bg1"/>
                </a:solidFill>
              </a:rPr>
              <a:t>On aura besoin de :</a:t>
            </a:r>
          </a:p>
          <a:p>
            <a:pPr marL="457200" indent="-457200"/>
            <a:r>
              <a:rPr lang="fr-FR" sz="2400" b="1" err="1">
                <a:solidFill>
                  <a:schemeClr val="bg1"/>
                </a:solidFill>
              </a:rPr>
              <a:t>Get</a:t>
            </a:r>
            <a:r>
              <a:rPr lang="fr-FR" sz="2400" b="1">
                <a:solidFill>
                  <a:schemeClr val="bg1"/>
                </a:solidFill>
              </a:rPr>
              <a:t>-Service</a:t>
            </a:r>
          </a:p>
          <a:p>
            <a:pPr marL="457200" indent="-457200"/>
            <a:r>
              <a:rPr lang="fr-FR" sz="2400" b="1" err="1">
                <a:solidFill>
                  <a:schemeClr val="bg1"/>
                </a:solidFill>
              </a:rPr>
              <a:t>Where</a:t>
            </a:r>
            <a:r>
              <a:rPr lang="fr-FR" sz="2400" b="1">
                <a:solidFill>
                  <a:schemeClr val="bg1"/>
                </a:solidFill>
              </a:rPr>
              <a:t>-Object</a:t>
            </a:r>
          </a:p>
          <a:p>
            <a:pPr marL="457200" indent="-457200"/>
            <a:r>
              <a:rPr lang="fr-FR" sz="2400" b="1">
                <a:solidFill>
                  <a:schemeClr val="bg1"/>
                </a:solidFill>
              </a:rPr>
              <a:t>$_.</a:t>
            </a:r>
            <a:r>
              <a:rPr lang="fr-FR" sz="2400" b="1" err="1">
                <a:solidFill>
                  <a:schemeClr val="bg1"/>
                </a:solidFill>
              </a:rPr>
              <a:t>Status</a:t>
            </a:r>
            <a:r>
              <a:rPr lang="fr-FR" sz="2400" b="1">
                <a:solidFill>
                  <a:schemeClr val="bg1"/>
                </a:solidFill>
              </a:rPr>
              <a:t> : </a:t>
            </a:r>
            <a:r>
              <a:rPr lang="fr-FR" sz="2400" b="1">
                <a:solidFill>
                  <a:srgbClr val="00B050"/>
                </a:solidFill>
              </a:rPr>
              <a:t>$_</a:t>
            </a:r>
            <a:r>
              <a:rPr lang="fr-FR" sz="2400" b="1">
                <a:solidFill>
                  <a:schemeClr val="bg1"/>
                </a:solidFill>
              </a:rPr>
              <a:t> + </a:t>
            </a:r>
            <a:r>
              <a:rPr lang="fr-FR" sz="2400" b="1">
                <a:solidFill>
                  <a:srgbClr val="00B050"/>
                </a:solidFill>
              </a:rPr>
              <a:t>.</a:t>
            </a:r>
            <a:r>
              <a:rPr lang="fr-FR" sz="2400" b="1" err="1">
                <a:solidFill>
                  <a:srgbClr val="00B050"/>
                </a:solidFill>
              </a:rPr>
              <a:t>Status</a:t>
            </a:r>
            <a:endParaRPr lang="fr-FR" sz="2400" b="1">
              <a:solidFill>
                <a:srgbClr val="00B050"/>
              </a:solidFill>
            </a:endParaRPr>
          </a:p>
          <a:p>
            <a:pPr marL="457200" indent="-457200"/>
            <a:r>
              <a:rPr lang="fr-FR" sz="2400" b="1">
                <a:solidFill>
                  <a:schemeClr val="bg1"/>
                </a:solidFill>
              </a:rPr>
              <a:t>Un opérateur de comparaison</a:t>
            </a:r>
          </a:p>
          <a:p>
            <a:pPr marL="457200" indent="-457200"/>
            <a:r>
              <a:rPr lang="fr-FR" sz="2400" b="1">
                <a:solidFill>
                  <a:schemeClr val="bg1"/>
                </a:solidFill>
              </a:rPr>
              <a:t>Select-Object</a:t>
            </a:r>
          </a:p>
          <a:p>
            <a:pPr marL="0" indent="0">
              <a:buNone/>
            </a:pPr>
            <a:endParaRPr lang="fr-FR" sz="2400"/>
          </a:p>
          <a:p>
            <a:pPr marL="0" indent="0">
              <a:buNone/>
            </a:pPr>
            <a:endParaRPr lang="fr-FR" sz="2400"/>
          </a:p>
          <a:p>
            <a:pPr marL="0" indent="0">
              <a:buNone/>
            </a:pPr>
            <a:endParaRPr lang="fr-FR" sz="2400"/>
          </a:p>
          <a:p>
            <a:endParaRPr lang="fr-FR" sz="2400"/>
          </a:p>
        </p:txBody>
      </p:sp>
    </p:spTree>
    <p:extLst>
      <p:ext uri="{BB962C8B-B14F-4D97-AF65-F5344CB8AC3E}">
        <p14:creationId xmlns:p14="http://schemas.microsoft.com/office/powerpoint/2010/main" val="37462043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9CA1E0D2-77BC-E391-9EBE-A916A8417BAD}"/>
              </a:ext>
            </a:extLst>
          </p:cNvPr>
          <p:cNvSpPr txBox="1"/>
          <p:nvPr/>
        </p:nvSpPr>
        <p:spPr>
          <a:xfrm>
            <a:off x="0" y="0"/>
            <a:ext cx="12075582" cy="480131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fr-CH" b="1"/>
          </a:p>
          <a:p>
            <a:r>
              <a:rPr lang="fr-CH" sz="4400" b="1" err="1">
                <a:solidFill>
                  <a:schemeClr val="bg1"/>
                </a:solidFill>
              </a:rPr>
              <a:t>Get</a:t>
            </a:r>
            <a:r>
              <a:rPr lang="fr-CH" sz="4400" b="1">
                <a:solidFill>
                  <a:schemeClr val="bg1"/>
                </a:solidFill>
              </a:rPr>
              <a:t>-Service </a:t>
            </a:r>
          </a:p>
          <a:p>
            <a:endParaRPr lang="fr-CH" b="1">
              <a:solidFill>
                <a:schemeClr val="bg1"/>
              </a:solidFill>
            </a:endParaRPr>
          </a:p>
          <a:p>
            <a:pPr marL="457200" indent="-457200">
              <a:lnSpc>
                <a:spcPct val="200000"/>
              </a:lnSpc>
              <a:buFont typeface="Arial"/>
              <a:buChar char="•"/>
            </a:pPr>
            <a:r>
              <a:rPr lang="fr-CH" sz="2600" b="1" err="1">
                <a:solidFill>
                  <a:schemeClr val="bg1"/>
                </a:solidFill>
              </a:rPr>
              <a:t>Get</a:t>
            </a:r>
            <a:r>
              <a:rPr lang="fr-CH" sz="2600" b="1">
                <a:solidFill>
                  <a:schemeClr val="bg1"/>
                </a:solidFill>
              </a:rPr>
              <a:t>-Service interroge Windows et renvoie une collection objets de type (</a:t>
            </a:r>
            <a:r>
              <a:rPr lang="fr-CH" sz="2600" b="1" err="1">
                <a:solidFill>
                  <a:schemeClr val="bg1"/>
                </a:solidFill>
              </a:rPr>
              <a:t>System.ServiceProcess</a:t>
            </a:r>
            <a:r>
              <a:rPr lang="fr-CH" sz="2600" b="1">
                <a:solidFill>
                  <a:schemeClr val="bg1"/>
                </a:solidFill>
              </a:rPr>
              <a:t>) </a:t>
            </a:r>
          </a:p>
          <a:p>
            <a:pPr marL="457200" indent="-457200">
              <a:lnSpc>
                <a:spcPct val="200000"/>
              </a:lnSpc>
              <a:buFont typeface="Arial"/>
              <a:buChar char="•"/>
            </a:pPr>
            <a:r>
              <a:rPr lang="fr-CH" sz="2600" b="1">
                <a:solidFill>
                  <a:schemeClr val="bg1"/>
                </a:solidFill>
              </a:rPr>
              <a:t>Chaque Objet représente un Service</a:t>
            </a:r>
          </a:p>
          <a:p>
            <a:pPr marL="457200" indent="-457200">
              <a:lnSpc>
                <a:spcPct val="200000"/>
              </a:lnSpc>
              <a:buFont typeface="Arial"/>
              <a:buChar char="•"/>
            </a:pPr>
            <a:r>
              <a:rPr lang="fr-CH" sz="2600" b="1">
                <a:solidFill>
                  <a:schemeClr val="bg1"/>
                </a:solidFill>
              </a:rPr>
              <a:t>Exemple : </a:t>
            </a:r>
            <a:r>
              <a:rPr lang="fr-FR" sz="2600" b="1">
                <a:solidFill>
                  <a:schemeClr val="bg1"/>
                </a:solidFill>
              </a:rPr>
              <a:t>avec un simple </a:t>
            </a:r>
            <a:r>
              <a:rPr lang="fr-FR" sz="2600" b="1" err="1">
                <a:solidFill>
                  <a:srgbClr val="00B0F0"/>
                </a:solidFill>
              </a:rPr>
              <a:t>Get</a:t>
            </a:r>
            <a:r>
              <a:rPr lang="fr-FR" sz="2600" b="1">
                <a:solidFill>
                  <a:srgbClr val="00B0F0"/>
                </a:solidFill>
              </a:rPr>
              <a:t>-Service</a:t>
            </a:r>
            <a:r>
              <a:rPr lang="fr-FR" sz="2600" b="1">
                <a:solidFill>
                  <a:schemeClr val="bg1"/>
                </a:solidFill>
              </a:rPr>
              <a:t>, on affiche tout en vrac.​</a:t>
            </a:r>
            <a:endParaRPr lang="fr-CH" sz="2600" b="1">
              <a:solidFill>
                <a:schemeClr val="bg1"/>
              </a:solidFill>
            </a:endParaRPr>
          </a:p>
          <a:p>
            <a:pPr algn="l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89638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E0A2C836-23DE-91AA-B6ED-873A1952E19F}"/>
              </a:ext>
            </a:extLst>
          </p:cNvPr>
          <p:cNvSpPr txBox="1"/>
          <p:nvPr/>
        </p:nvSpPr>
        <p:spPr>
          <a:xfrm>
            <a:off x="1" y="-1"/>
            <a:ext cx="12191999" cy="642098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CH" sz="4400" b="1" err="1">
                <a:solidFill>
                  <a:schemeClr val="bg1"/>
                </a:solidFill>
              </a:rPr>
              <a:t>Where</a:t>
            </a:r>
            <a:r>
              <a:rPr lang="fr-CH" sz="4400" b="1">
                <a:solidFill>
                  <a:schemeClr val="bg1"/>
                </a:solidFill>
              </a:rPr>
              <a:t>-Object</a:t>
            </a:r>
          </a:p>
          <a:p>
            <a:pPr marL="342900" indent="-342900">
              <a:buFont typeface="Arial"/>
              <a:buChar char="•"/>
            </a:pPr>
            <a:endParaRPr lang="fr-CH" sz="2000" b="1">
              <a:solidFill>
                <a:schemeClr val="bg1"/>
              </a:solidFill>
              <a:ea typeface="+mn-lt"/>
              <a:cs typeface="+mn-lt"/>
            </a:endParaRPr>
          </a:p>
          <a:p>
            <a:pPr marL="342900" indent="-342900">
              <a:lnSpc>
                <a:spcPct val="150000"/>
              </a:lnSpc>
              <a:buFont typeface="Arial"/>
              <a:buChar char="•"/>
            </a:pPr>
            <a:r>
              <a:rPr lang="fr-CH" sz="2600" b="1">
                <a:solidFill>
                  <a:schemeClr val="bg1"/>
                </a:solidFill>
                <a:ea typeface="+mn-lt"/>
                <a:cs typeface="+mn-lt"/>
              </a:rPr>
              <a:t>Elle permet de filtrer des données. </a:t>
            </a:r>
          </a:p>
          <a:p>
            <a:pPr marL="342900" indent="-342900">
              <a:lnSpc>
                <a:spcPct val="150000"/>
              </a:lnSpc>
              <a:buFont typeface="Arial"/>
              <a:buChar char="•"/>
            </a:pPr>
            <a:endParaRPr lang="fr-CH" sz="2600" b="1">
              <a:solidFill>
                <a:schemeClr val="bg1"/>
              </a:solidFill>
              <a:ea typeface="+mn-lt"/>
              <a:cs typeface="+mn-lt"/>
            </a:endParaRPr>
          </a:p>
          <a:p>
            <a:pPr marL="342900" indent="-342900">
              <a:lnSpc>
                <a:spcPct val="150000"/>
              </a:lnSpc>
              <a:buFont typeface="Arial"/>
              <a:buChar char="•"/>
            </a:pPr>
            <a:r>
              <a:rPr lang="fr-CH" sz="2600" b="1">
                <a:solidFill>
                  <a:schemeClr val="bg1"/>
                </a:solidFill>
                <a:ea typeface="+mn-lt"/>
                <a:cs typeface="+mn-lt"/>
              </a:rPr>
              <a:t>Elle peut seulement conservé les objets qui répondent à une condition précise au sein d'un pipeline.</a:t>
            </a:r>
          </a:p>
          <a:p>
            <a:pPr marL="342900" indent="-342900">
              <a:lnSpc>
                <a:spcPct val="150000"/>
              </a:lnSpc>
              <a:buFont typeface="Arial"/>
              <a:buChar char="•"/>
            </a:pPr>
            <a:endParaRPr lang="fr-CH" sz="2600" b="1">
              <a:solidFill>
                <a:schemeClr val="bg1"/>
              </a:solidFill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fr-FR" sz="2600" b="1">
                <a:solidFill>
                  <a:schemeClr val="bg1"/>
                </a:solidFill>
                <a:ea typeface="+mn-lt"/>
                <a:cs typeface="+mn-lt"/>
              </a:rPr>
              <a:t>Exemple : ... | </a:t>
            </a:r>
            <a:r>
              <a:rPr lang="fr-FR" sz="2600" b="1" err="1">
                <a:solidFill>
                  <a:srgbClr val="00B0F0"/>
                </a:solidFill>
                <a:ea typeface="+mn-lt"/>
                <a:cs typeface="+mn-lt"/>
              </a:rPr>
              <a:t>Where</a:t>
            </a:r>
            <a:r>
              <a:rPr lang="fr-FR" sz="2600" b="1">
                <a:solidFill>
                  <a:srgbClr val="00B0F0"/>
                </a:solidFill>
                <a:ea typeface="+mn-lt"/>
                <a:cs typeface="+mn-lt"/>
              </a:rPr>
              <a:t>-Object</a:t>
            </a:r>
            <a:r>
              <a:rPr lang="fr-FR" sz="2600" b="1">
                <a:solidFill>
                  <a:schemeClr val="bg1"/>
                </a:solidFill>
                <a:ea typeface="+mn-lt"/>
                <a:cs typeface="+mn-lt"/>
              </a:rPr>
              <a:t> { </a:t>
            </a:r>
            <a:r>
              <a:rPr lang="fr-FR" sz="2600" b="1">
                <a:solidFill>
                  <a:srgbClr val="FFC000"/>
                </a:solidFill>
                <a:ea typeface="+mn-lt"/>
                <a:cs typeface="+mn-lt"/>
              </a:rPr>
              <a:t>condition</a:t>
            </a:r>
            <a:r>
              <a:rPr lang="fr-FR" sz="2600" b="1">
                <a:solidFill>
                  <a:schemeClr val="bg1"/>
                </a:solidFill>
                <a:ea typeface="+mn-lt"/>
                <a:cs typeface="+mn-lt"/>
              </a:rPr>
              <a:t> }</a:t>
            </a:r>
          </a:p>
          <a:p>
            <a:pPr marL="342900" indent="-342900">
              <a:lnSpc>
                <a:spcPct val="150000"/>
              </a:lnSpc>
              <a:buFont typeface="Arial"/>
              <a:buChar char="•"/>
            </a:pPr>
            <a:endParaRPr lang="fr-CH" sz="2600" b="1">
              <a:solidFill>
                <a:schemeClr val="bg1"/>
              </a:solidFill>
              <a:ea typeface="+mn-lt"/>
              <a:cs typeface="+mn-lt"/>
            </a:endParaRPr>
          </a:p>
          <a:p>
            <a:pPr marL="342900" indent="-342900">
              <a:lnSpc>
                <a:spcPct val="150000"/>
              </a:lnSpc>
              <a:buFont typeface="Arial"/>
              <a:buChar char="•"/>
            </a:pPr>
            <a:endParaRPr lang="fr-CH" sz="2600" b="1">
              <a:solidFill>
                <a:schemeClr val="bg1"/>
              </a:solidFill>
              <a:ea typeface="+mn-lt"/>
              <a:cs typeface="+mn-lt"/>
            </a:endParaRPr>
          </a:p>
          <a:p>
            <a:pPr marL="342900" indent="-342900">
              <a:lnSpc>
                <a:spcPct val="150000"/>
              </a:lnSpc>
              <a:buFont typeface="Arial"/>
              <a:buChar char="•"/>
            </a:pPr>
            <a:endParaRPr lang="fr-CH" sz="26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04190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00322F7B-7991-384B-AD7A-A0DBCC7B3BB0}"/>
              </a:ext>
            </a:extLst>
          </p:cNvPr>
          <p:cNvSpPr txBox="1"/>
          <p:nvPr/>
        </p:nvSpPr>
        <p:spPr>
          <a:xfrm>
            <a:off x="3256" y="-4071"/>
            <a:ext cx="12192000" cy="594008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fr-FR" sz="4400" b="1">
                <a:solidFill>
                  <a:schemeClr val="bg1"/>
                </a:solidFill>
              </a:rPr>
              <a:t>Select-Object</a:t>
            </a:r>
          </a:p>
          <a:p>
            <a:endParaRPr lang="fr-FR" sz="4400" b="1">
              <a:solidFill>
                <a:schemeClr val="bg1"/>
              </a:solidFill>
              <a:ea typeface="+mn-lt"/>
              <a:cs typeface="+mn-lt"/>
            </a:endParaRPr>
          </a:p>
          <a:p>
            <a:endParaRPr lang="fr-FR" sz="4400" b="1">
              <a:solidFill>
                <a:schemeClr val="bg1"/>
              </a:solidFill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fr-FR" b="1">
              <a:solidFill>
                <a:schemeClr val="bg1"/>
              </a:solidFill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fr-FR" sz="2600" b="1">
                <a:solidFill>
                  <a:schemeClr val="bg1"/>
                </a:solidFill>
                <a:ea typeface="+mn-lt"/>
                <a:cs typeface="+mn-lt"/>
              </a:rPr>
              <a:t>Il sert à réduire l'objet pour n'afficher que les propriétés qui vous intéressent, ou à en limiter le nombre.</a:t>
            </a:r>
          </a:p>
          <a:p>
            <a:pPr marL="285750" indent="-285750">
              <a:buFont typeface="Arial"/>
              <a:buChar char="•"/>
            </a:pPr>
            <a:endParaRPr lang="fr-FR" sz="2600" b="1">
              <a:solidFill>
                <a:schemeClr val="bg1"/>
              </a:solidFill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fr-FR" sz="2600" b="1">
              <a:solidFill>
                <a:schemeClr val="bg1"/>
              </a:solidFill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fr-FR" sz="2600" b="1">
              <a:solidFill>
                <a:schemeClr val="bg1"/>
              </a:solidFill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fr-FR" sz="2600" b="1">
              <a:solidFill>
                <a:schemeClr val="bg1"/>
              </a:solidFill>
              <a:ea typeface="+mn-lt"/>
              <a:cs typeface="+mn-lt"/>
            </a:endParaRPr>
          </a:p>
          <a:p>
            <a:pPr fontAlgn="base"/>
            <a:r>
              <a:rPr lang="fr-FR" sz="2600" b="1">
                <a:solidFill>
                  <a:schemeClr val="bg1"/>
                </a:solidFill>
                <a:ea typeface="+mn-lt"/>
                <a:cs typeface="+mn-lt"/>
              </a:rPr>
              <a:t>Exemple : </a:t>
            </a:r>
            <a:r>
              <a:rPr lang="fr-FR" sz="2600" b="1">
                <a:solidFill>
                  <a:schemeClr val="bg1"/>
                </a:solidFill>
              </a:rPr>
              <a:t>... | </a:t>
            </a:r>
            <a:r>
              <a:rPr lang="fr-FR" sz="2600" b="1">
                <a:solidFill>
                  <a:srgbClr val="0070C0"/>
                </a:solidFill>
              </a:rPr>
              <a:t>Select-Object</a:t>
            </a:r>
            <a:r>
              <a:rPr lang="fr-FR" sz="2600" b="1">
                <a:solidFill>
                  <a:schemeClr val="bg1"/>
                </a:solidFill>
              </a:rPr>
              <a:t> </a:t>
            </a:r>
            <a:r>
              <a:rPr lang="fr-FR" sz="2600" b="1">
                <a:solidFill>
                  <a:schemeClr val="accent5">
                    <a:lumMod val="60000"/>
                    <a:lumOff val="40000"/>
                  </a:schemeClr>
                </a:solidFill>
              </a:rPr>
              <a:t>Name</a:t>
            </a:r>
            <a:r>
              <a:rPr lang="fr-FR" sz="2600" b="1">
                <a:solidFill>
                  <a:schemeClr val="bg1"/>
                </a:solidFill>
              </a:rPr>
              <a:t> (Affiche uniquement le nom du service, cache le reste).</a:t>
            </a:r>
            <a:r>
              <a:rPr lang="en-US" sz="2600">
                <a:solidFill>
                  <a:schemeClr val="bg1"/>
                </a:solidFill>
              </a:rPr>
              <a:t>​</a:t>
            </a: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6686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7E996A39-B63C-F4CA-C88D-C4DD41191E6B}"/>
              </a:ext>
            </a:extLst>
          </p:cNvPr>
          <p:cNvSpPr txBox="1"/>
          <p:nvPr/>
        </p:nvSpPr>
        <p:spPr>
          <a:xfrm>
            <a:off x="2601565" y="-3502"/>
            <a:ext cx="6993725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4400" b="1">
                <a:solidFill>
                  <a:schemeClr val="bg1"/>
                </a:solidFill>
              </a:rPr>
              <a:t>Opérateur de comparaison</a:t>
            </a:r>
          </a:p>
        </p:txBody>
      </p:sp>
      <p:pic>
        <p:nvPicPr>
          <p:cNvPr id="3" name="Image 2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26DF97D8-D6C2-B942-6600-CF365E583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8879" y="948359"/>
            <a:ext cx="9448620" cy="5126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83989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E4EBA157-F826-756A-9C9A-131CCE058350}"/>
              </a:ext>
            </a:extLst>
          </p:cNvPr>
          <p:cNvSpPr txBox="1"/>
          <p:nvPr/>
        </p:nvSpPr>
        <p:spPr>
          <a:xfrm>
            <a:off x="0" y="28876"/>
            <a:ext cx="12192000" cy="444737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CH" sz="4400" b="1">
                <a:solidFill>
                  <a:srgbClr val="C00000"/>
                </a:solidFill>
              </a:rPr>
              <a:t>$_</a:t>
            </a:r>
            <a:r>
              <a:rPr lang="fr-CH" sz="4400" b="1">
                <a:solidFill>
                  <a:srgbClr val="00B050"/>
                </a:solidFill>
              </a:rPr>
              <a:t>.</a:t>
            </a:r>
            <a:r>
              <a:rPr lang="fr-CH" sz="4400" b="1" err="1">
                <a:solidFill>
                  <a:srgbClr val="00B050"/>
                </a:solidFill>
              </a:rPr>
              <a:t>Status</a:t>
            </a:r>
            <a:r>
              <a:rPr lang="fr-CH" sz="4400" b="1">
                <a:solidFill>
                  <a:srgbClr val="00B050"/>
                </a:solidFill>
              </a:rPr>
              <a:t> </a:t>
            </a:r>
            <a:endParaRPr lang="fr-FR" sz="4400">
              <a:solidFill>
                <a:srgbClr val="00B050"/>
              </a:solidFill>
            </a:endParaRPr>
          </a:p>
          <a:p>
            <a:endParaRPr lang="fr-CH" sz="2600" b="1">
              <a:solidFill>
                <a:srgbClr val="00B050"/>
              </a:solidFill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fr-CH" sz="2600" b="1">
                <a:solidFill>
                  <a:srgbClr val="C00000"/>
                </a:solidFill>
              </a:rPr>
              <a:t>$_</a:t>
            </a:r>
          </a:p>
          <a:p>
            <a:pPr>
              <a:lnSpc>
                <a:spcPct val="150000"/>
              </a:lnSpc>
            </a:pPr>
            <a:r>
              <a:rPr lang="fr-CH" sz="2600" b="1">
                <a:solidFill>
                  <a:srgbClr val="C00000"/>
                </a:solidFill>
              </a:rPr>
              <a:t>Objet courant (il est sélectionné par la commande précédente)</a:t>
            </a:r>
          </a:p>
          <a:p>
            <a:pPr>
              <a:lnSpc>
                <a:spcPct val="150000"/>
              </a:lnSpc>
            </a:pPr>
            <a:endParaRPr lang="fr-CH" sz="2600" b="1">
              <a:solidFill>
                <a:srgbClr val="C00000"/>
              </a:solidFill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fr-CH" sz="2600" b="1">
                <a:solidFill>
                  <a:srgbClr val="00B050"/>
                </a:solidFill>
              </a:rPr>
              <a:t>.</a:t>
            </a:r>
            <a:r>
              <a:rPr lang="fr-CH" sz="2600" b="1" err="1">
                <a:solidFill>
                  <a:srgbClr val="00B050"/>
                </a:solidFill>
              </a:rPr>
              <a:t>Status</a:t>
            </a:r>
            <a:endParaRPr lang="fr-CH" sz="2600" b="1">
              <a:solidFill>
                <a:srgbClr val="00B050"/>
              </a:solidFill>
            </a:endParaRPr>
          </a:p>
          <a:p>
            <a:pPr>
              <a:lnSpc>
                <a:spcPct val="150000"/>
              </a:lnSpc>
            </a:pPr>
            <a:r>
              <a:rPr lang="fr-CH" sz="2600" b="1">
                <a:solidFill>
                  <a:srgbClr val="00B050"/>
                </a:solidFill>
                <a:ea typeface="+mn-lt"/>
                <a:cs typeface="+mn-lt"/>
              </a:rPr>
              <a:t>Désigne la propriété spécifique de l'objet</a:t>
            </a:r>
            <a:r>
              <a:rPr lang="fr-CH" sz="2600" b="1">
                <a:solidFill>
                  <a:srgbClr val="00B050"/>
                </a:solidFill>
              </a:rPr>
              <a:t> pour les statuts des services</a:t>
            </a:r>
          </a:p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5619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2E62931-8EB4-42BB-BAAB-D8757BE66D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7A6497C8-582E-6576-9D0F-1A17F4E860F0}"/>
              </a:ext>
            </a:extLst>
          </p:cNvPr>
          <p:cNvSpPr txBox="1"/>
          <p:nvPr/>
        </p:nvSpPr>
        <p:spPr>
          <a:xfrm>
            <a:off x="6335711" y="3014663"/>
            <a:ext cx="5513979" cy="828747"/>
          </a:xfrm>
          <a:prstGeom prst="rect">
            <a:avLst/>
          </a:prstGeom>
          <a:noFill/>
        </p:spPr>
        <p:txBody>
          <a:bodyPr rot="0" spcFirstLastPara="0" vertOverflow="overflow" horzOverflow="overflow" vert="horz" lIns="91440" tIns="45720" rIns="91440" bIns="45720" numCol="1" spcCol="0" rtlCol="0" fromWordArt="0" anchor="b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200" b="1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Diagramme</a:t>
            </a:r>
            <a:r>
              <a:rPr lang="en-US" sz="5200" b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 de flux</a:t>
            </a:r>
          </a:p>
        </p:txBody>
      </p:sp>
      <p:pic>
        <p:nvPicPr>
          <p:cNvPr id="3" name="Image 2" descr="Une image contenant text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BF980E98-CBAE-3359-B35B-0F0699894B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02" r="3" b="3"/>
          <a:stretch>
            <a:fillRect/>
          </a:stretch>
        </p:blipFill>
        <p:spPr>
          <a:xfrm>
            <a:off x="1" y="10"/>
            <a:ext cx="600551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4742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8B054583-9543-4AFF-4780-23DD1883B59F}"/>
              </a:ext>
            </a:extLst>
          </p:cNvPr>
          <p:cNvSpPr txBox="1"/>
          <p:nvPr/>
        </p:nvSpPr>
        <p:spPr>
          <a:xfrm>
            <a:off x="6803456" y="9045"/>
            <a:ext cx="495701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>
                <a:solidFill>
                  <a:schemeClr val="bg1"/>
                </a:solidFill>
              </a:rPr>
              <a:t>Corrigé commenté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5E19B1A-706F-76AB-8D26-539F8A47F69E}"/>
              </a:ext>
            </a:extLst>
          </p:cNvPr>
          <p:cNvSpPr txBox="1"/>
          <p:nvPr/>
        </p:nvSpPr>
        <p:spPr>
          <a:xfrm>
            <a:off x="0" y="769441"/>
            <a:ext cx="5967663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b="1">
                <a:solidFill>
                  <a:schemeClr val="bg1"/>
                </a:solidFill>
              </a:rPr>
              <a:t>&gt;$services = une variable qui stock la cmd </a:t>
            </a:r>
            <a:r>
              <a:rPr lang="fr-CH" b="1" err="1">
                <a:solidFill>
                  <a:schemeClr val="bg1"/>
                </a:solidFill>
              </a:rPr>
              <a:t>Get</a:t>
            </a:r>
            <a:r>
              <a:rPr lang="fr-CH" b="1">
                <a:solidFill>
                  <a:schemeClr val="bg1"/>
                </a:solidFill>
              </a:rPr>
              <a:t>-Service</a:t>
            </a:r>
            <a:endParaRPr lang="fr-FR">
              <a:solidFill>
                <a:schemeClr val="bg1"/>
              </a:solidFill>
            </a:endParaRPr>
          </a:p>
          <a:p>
            <a:endParaRPr lang="fr-CH" b="1">
              <a:solidFill>
                <a:schemeClr val="bg1"/>
              </a:solidFill>
            </a:endParaRPr>
          </a:p>
          <a:p>
            <a:r>
              <a:rPr lang="fr-CH" b="1">
                <a:solidFill>
                  <a:schemeClr val="bg1"/>
                </a:solidFill>
              </a:rPr>
              <a:t>&gt;</a:t>
            </a:r>
            <a:r>
              <a:rPr lang="fr-CH" b="1" err="1">
                <a:solidFill>
                  <a:schemeClr val="bg1"/>
                </a:solidFill>
              </a:rPr>
              <a:t>Get</a:t>
            </a:r>
            <a:r>
              <a:rPr lang="fr-CH" b="1">
                <a:solidFill>
                  <a:schemeClr val="bg1"/>
                </a:solidFill>
              </a:rPr>
              <a:t>-Service interroge Windows et renvoie une  collection objets de type (</a:t>
            </a:r>
            <a:r>
              <a:rPr lang="fr-CH" b="1" err="1">
                <a:solidFill>
                  <a:schemeClr val="bg1"/>
                </a:solidFill>
              </a:rPr>
              <a:t>System.ServiceProcess</a:t>
            </a:r>
            <a:r>
              <a:rPr lang="fr-CH" b="1">
                <a:solidFill>
                  <a:schemeClr val="bg1"/>
                </a:solidFill>
              </a:rPr>
              <a:t>) Chaque Objet représente un Service</a:t>
            </a:r>
          </a:p>
          <a:p>
            <a:endParaRPr lang="fr-CH"/>
          </a:p>
          <a:p>
            <a:r>
              <a:rPr lang="fr-CH" b="1">
                <a:solidFill>
                  <a:schemeClr val="bg1"/>
                </a:solidFill>
              </a:rPr>
              <a:t>&gt;Sur la deuxième ligne le symbole | envoie chaque élément de $service vers la commande </a:t>
            </a:r>
            <a:r>
              <a:rPr lang="fr-CH" b="1" err="1">
                <a:solidFill>
                  <a:schemeClr val="bg1"/>
                </a:solidFill>
              </a:rPr>
              <a:t>Where</a:t>
            </a:r>
            <a:r>
              <a:rPr lang="fr-CH" b="1">
                <a:solidFill>
                  <a:schemeClr val="bg1"/>
                </a:solidFill>
              </a:rPr>
              <a:t>-Object </a:t>
            </a:r>
          </a:p>
          <a:p>
            <a:endParaRPr lang="fr-CH" b="1">
              <a:solidFill>
                <a:schemeClr val="bg1"/>
              </a:solidFill>
            </a:endParaRPr>
          </a:p>
          <a:p>
            <a:r>
              <a:rPr lang="fr-CH" b="1">
                <a:solidFill>
                  <a:schemeClr val="bg1"/>
                </a:solidFill>
              </a:rPr>
              <a:t>&gt;$_.</a:t>
            </a:r>
            <a:r>
              <a:rPr lang="fr-CH" b="1" err="1">
                <a:solidFill>
                  <a:schemeClr val="bg1"/>
                </a:solidFill>
              </a:rPr>
              <a:t>Status</a:t>
            </a:r>
            <a:r>
              <a:rPr lang="fr-CH" b="1">
                <a:solidFill>
                  <a:schemeClr val="bg1"/>
                </a:solidFill>
              </a:rPr>
              <a:t> accède à la propriété </a:t>
            </a:r>
            <a:r>
              <a:rPr lang="fr-CH" b="1" err="1">
                <a:solidFill>
                  <a:schemeClr val="bg1"/>
                </a:solidFill>
              </a:rPr>
              <a:t>Status</a:t>
            </a:r>
            <a:r>
              <a:rPr lang="fr-CH" b="1">
                <a:solidFill>
                  <a:schemeClr val="bg1"/>
                </a:solidFill>
              </a:rPr>
              <a:t> de cet objet</a:t>
            </a:r>
          </a:p>
          <a:p>
            <a:endParaRPr lang="fr-CH" b="1">
              <a:solidFill>
                <a:schemeClr val="bg1"/>
              </a:solidFill>
            </a:endParaRPr>
          </a:p>
          <a:p>
            <a:r>
              <a:rPr lang="fr-CH" b="1">
                <a:solidFill>
                  <a:schemeClr val="bg1"/>
                </a:solidFill>
              </a:rPr>
              <a:t>&gt;-eq «</a:t>
            </a:r>
            <a:r>
              <a:rPr lang="fr-CH" b="1" err="1">
                <a:solidFill>
                  <a:schemeClr val="bg1"/>
                </a:solidFill>
              </a:rPr>
              <a:t>Stopped</a:t>
            </a:r>
            <a:r>
              <a:rPr lang="fr-CH" b="1">
                <a:solidFill>
                  <a:schemeClr val="bg1"/>
                </a:solidFill>
              </a:rPr>
              <a:t>»  -eq teste l’égalité entre 2 valeurs  ce filtre garde uniquement les services donc l’état est </a:t>
            </a:r>
            <a:r>
              <a:rPr lang="fr-CH" b="1" err="1">
                <a:solidFill>
                  <a:schemeClr val="bg1"/>
                </a:solidFill>
              </a:rPr>
              <a:t>Stopped</a:t>
            </a:r>
            <a:r>
              <a:rPr lang="fr-CH" b="1">
                <a:solidFill>
                  <a:schemeClr val="bg1"/>
                </a:solidFill>
              </a:rPr>
              <a:t> </a:t>
            </a:r>
          </a:p>
          <a:p>
            <a:endParaRPr lang="fr-CH" b="1">
              <a:solidFill>
                <a:schemeClr val="bg1"/>
              </a:solidFill>
            </a:endParaRPr>
          </a:p>
          <a:p>
            <a:r>
              <a:rPr lang="fr-CH" b="1">
                <a:solidFill>
                  <a:schemeClr val="bg1"/>
                </a:solidFill>
              </a:rPr>
              <a:t>&gt;Write-Host écrit un message dans la console </a:t>
            </a:r>
          </a:p>
          <a:p>
            <a:r>
              <a:rPr lang="fr-CH" b="1">
                <a:solidFill>
                  <a:schemeClr val="bg1"/>
                </a:solidFill>
              </a:rPr>
              <a:t>«-</a:t>
            </a:r>
            <a:r>
              <a:rPr lang="fr-CH" b="1" err="1">
                <a:solidFill>
                  <a:schemeClr val="bg1"/>
                </a:solidFill>
              </a:rPr>
              <a:t>ForegroundColor</a:t>
            </a:r>
            <a:r>
              <a:rPr lang="fr-CH" b="1">
                <a:solidFill>
                  <a:schemeClr val="bg1"/>
                </a:solidFill>
              </a:rPr>
              <a:t> Yellow» mets ce texte en Jaune (a choix)</a:t>
            </a:r>
          </a:p>
          <a:p>
            <a:endParaRPr lang="fr-CH" b="1">
              <a:solidFill>
                <a:schemeClr val="bg1"/>
              </a:solidFill>
            </a:endParaRPr>
          </a:p>
          <a:p>
            <a:r>
              <a:rPr lang="fr-CH" b="1">
                <a:solidFill>
                  <a:schemeClr val="bg1"/>
                </a:solidFill>
              </a:rPr>
              <a:t>&gt;La dernier ligne final Projet la liste qui est donc filtre avec Name et </a:t>
            </a:r>
            <a:r>
              <a:rPr lang="fr-CH" b="1" err="1">
                <a:solidFill>
                  <a:schemeClr val="bg1"/>
                </a:solidFill>
              </a:rPr>
              <a:t>Status</a:t>
            </a:r>
            <a:r>
              <a:rPr lang="fr-CH" b="1">
                <a:solidFill>
                  <a:schemeClr val="bg1"/>
                </a:solidFill>
              </a:rPr>
              <a:t> et le résultat s’affiche sous forme de tableau</a:t>
            </a:r>
          </a:p>
          <a:p>
            <a:endParaRPr lang="fr-CH" b="1">
              <a:solidFill>
                <a:schemeClr val="bg1"/>
              </a:solidFill>
            </a:endParaRPr>
          </a:p>
          <a:p>
            <a:endParaRPr lang="fr-CH" b="1">
              <a:solidFill>
                <a:schemeClr val="bg1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2F06BAC0-0FE3-07CB-C80A-060A15B202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0213" y="3077094"/>
            <a:ext cx="6521787" cy="845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2364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35E316-6C07-EC8D-4E8F-B754BDBF73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3416" y="0"/>
            <a:ext cx="9144000" cy="977075"/>
          </a:xfrm>
        </p:spPr>
        <p:txBody>
          <a:bodyPr/>
          <a:lstStyle/>
          <a:p>
            <a:r>
              <a:rPr lang="fr-CH" b="1">
                <a:solidFill>
                  <a:schemeClr val="bg1"/>
                </a:solidFill>
                <a:latin typeface="+mn-lt"/>
              </a:rPr>
              <a:t>Conclusion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DC041AC-1C4B-3363-E6C3-987E82B844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6136" y="1773238"/>
            <a:ext cx="11149584" cy="2533586"/>
          </a:xfrm>
        </p:spPr>
        <p:txBody>
          <a:bodyPr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CH" sz="3200" b="1">
                <a:solidFill>
                  <a:schemeClr val="bg1"/>
                </a:solidFill>
              </a:rPr>
              <a:t>Script qui permet de voir les services arrêtés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CH" sz="3200" b="1">
                <a:solidFill>
                  <a:schemeClr val="bg1"/>
                </a:solidFill>
              </a:rPr>
              <a:t>Récupère touts les services présents sur notre machine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CH" sz="3200" b="1">
                <a:solidFill>
                  <a:schemeClr val="bg1"/>
                </a:solidFill>
              </a:rPr>
              <a:t>En quatre lignes</a:t>
            </a:r>
          </a:p>
          <a:p>
            <a:pPr algn="l"/>
            <a:endParaRPr lang="fr-CH" sz="3200" b="1">
              <a:solidFill>
                <a:schemeClr val="bg1"/>
              </a:solidFill>
            </a:endParaRPr>
          </a:p>
          <a:p>
            <a:pPr algn="l"/>
            <a:endParaRPr lang="fr-CH" sz="3200" b="1">
              <a:solidFill>
                <a:schemeClr val="bg1"/>
              </a:solidFill>
            </a:endParaRPr>
          </a:p>
          <a:p>
            <a:pPr algn="l"/>
            <a:r>
              <a:rPr lang="fr-CH" sz="3200" b="1">
                <a:solidFill>
                  <a:schemeClr val="bg1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70826245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11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Thème Office</vt:lpstr>
      <vt:lpstr>MA-18 Administration Serveur Services arrêtés</vt:lpstr>
      <vt:lpstr>Introduction</vt:lpstr>
      <vt:lpstr>Connaître les services arrêtés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Conclusion</vt:lpstr>
    </vt:vector>
  </TitlesOfParts>
  <Company>CPNV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Adin Durakovic</dc:creator>
  <cp:revision>1</cp:revision>
  <dcterms:created xsi:type="dcterms:W3CDTF">2026-03-16T07:20:55Z</dcterms:created>
  <dcterms:modified xsi:type="dcterms:W3CDTF">2026-03-23T08:19:46Z</dcterms:modified>
</cp:coreProperties>
</file>