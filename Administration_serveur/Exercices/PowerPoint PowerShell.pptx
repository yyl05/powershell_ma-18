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2" r:id="rId8"/>
    <p:sldId id="265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55401-A386-6B45-C3EF-563D9179BF51}" v="2152" dt="2026-03-16T15:19:41.128"/>
    <p1510:client id="{4D512EF5-CFB1-41F8-882D-A61268AD7A8E}" v="1302" dt="2026-03-16T08:40:24.212"/>
    <p1510:client id="{B50A05E1-AFFE-5712-8ADC-0A3520EA8336}" v="151" dt="2026-03-16T19:22:41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4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n Durakovic" userId="2ad61b98-b0fd-44ad-ae05-75a98b948b59" providerId="ADAL" clId="{59C5C822-DDF8-46E0-A69C-E1E0435FEA74}"/>
    <pc:docChg chg="undo custSel addSld delSld modSld">
      <pc:chgData name="Adin Durakovic" userId="2ad61b98-b0fd-44ad-ae05-75a98b948b59" providerId="ADAL" clId="{59C5C822-DDF8-46E0-A69C-E1E0435FEA74}" dt="2026-03-16T08:40:24.212" v="1296" actId="14100"/>
      <pc:docMkLst>
        <pc:docMk/>
      </pc:docMkLst>
      <pc:sldChg chg="modSp mod">
        <pc:chgData name="Adin Durakovic" userId="2ad61b98-b0fd-44ad-ae05-75a98b948b59" providerId="ADAL" clId="{59C5C822-DDF8-46E0-A69C-E1E0435FEA74}" dt="2026-03-16T08:01:02.230" v="4" actId="14100"/>
        <pc:sldMkLst>
          <pc:docMk/>
          <pc:sldMk cId="2952239631" sldId="256"/>
        </pc:sldMkLst>
        <pc:spChg chg="mod">
          <ac:chgData name="Adin Durakovic" userId="2ad61b98-b0fd-44ad-ae05-75a98b948b59" providerId="ADAL" clId="{59C5C822-DDF8-46E0-A69C-E1E0435FEA74}" dt="2026-03-16T08:01:02.230" v="4" actId="14100"/>
          <ac:spMkLst>
            <pc:docMk/>
            <pc:sldMk cId="2952239631" sldId="256"/>
            <ac:spMk id="2" creationId="{A6677FA0-2093-0729-65C9-77321715374F}"/>
          </ac:spMkLst>
        </pc:spChg>
      </pc:sldChg>
      <pc:sldChg chg="modSp mod modClrScheme chgLayout">
        <pc:chgData name="Adin Durakovic" userId="2ad61b98-b0fd-44ad-ae05-75a98b948b59" providerId="ADAL" clId="{59C5C822-DDF8-46E0-A69C-E1E0435FEA74}" dt="2026-03-16T08:00:44.535" v="1" actId="6264"/>
        <pc:sldMkLst>
          <pc:docMk/>
          <pc:sldMk cId="3746204366" sldId="257"/>
        </pc:sldMkLst>
        <pc:spChg chg="mod ord">
          <ac:chgData name="Adin Durakovic" userId="2ad61b98-b0fd-44ad-ae05-75a98b948b59" providerId="ADAL" clId="{59C5C822-DDF8-46E0-A69C-E1E0435FEA74}" dt="2026-03-16T08:00:44.535" v="1" actId="6264"/>
          <ac:spMkLst>
            <pc:docMk/>
            <pc:sldMk cId="3746204366" sldId="257"/>
            <ac:spMk id="2" creationId="{32E071F7-D8B0-BCA6-A062-54FF26992EC1}"/>
          </ac:spMkLst>
        </pc:spChg>
        <pc:spChg chg="mod ord">
          <ac:chgData name="Adin Durakovic" userId="2ad61b98-b0fd-44ad-ae05-75a98b948b59" providerId="ADAL" clId="{59C5C822-DDF8-46E0-A69C-E1E0435FEA74}" dt="2026-03-16T08:00:44.535" v="1" actId="6264"/>
          <ac:spMkLst>
            <pc:docMk/>
            <pc:sldMk cId="3746204366" sldId="257"/>
            <ac:spMk id="3" creationId="{887DA90D-641E-3D94-03AB-A4FDCC03F76A}"/>
          </ac:spMkLst>
        </pc:spChg>
      </pc:sldChg>
      <pc:sldChg chg="addSp delSp modSp new mod setBg">
        <pc:chgData name="Adin Durakovic" userId="2ad61b98-b0fd-44ad-ae05-75a98b948b59" providerId="ADAL" clId="{59C5C822-DDF8-46E0-A69C-E1E0435FEA74}" dt="2026-03-16T08:40:24.212" v="1296" actId="14100"/>
        <pc:sldMkLst>
          <pc:docMk/>
          <pc:sldMk cId="591358847" sldId="258"/>
        </pc:sldMkLst>
        <pc:spChg chg="del mod ord">
          <ac:chgData name="Adin Durakovic" userId="2ad61b98-b0fd-44ad-ae05-75a98b948b59" providerId="ADAL" clId="{59C5C822-DDF8-46E0-A69C-E1E0435FEA74}" dt="2026-03-16T08:20:15.415" v="256" actId="21"/>
          <ac:spMkLst>
            <pc:docMk/>
            <pc:sldMk cId="591358847" sldId="258"/>
            <ac:spMk id="3" creationId="{6CBFE363-B8F5-7C38-CC9D-68DC1EBF95C1}"/>
          </ac:spMkLst>
        </pc:spChg>
        <pc:spChg chg="add mod">
          <ac:chgData name="Adin Durakovic" userId="2ad61b98-b0fd-44ad-ae05-75a98b948b59" providerId="ADAL" clId="{59C5C822-DDF8-46E0-A69C-E1E0435FEA74}" dt="2026-03-16T08:37:20.896" v="1294" actId="20577"/>
          <ac:spMkLst>
            <pc:docMk/>
            <pc:sldMk cId="591358847" sldId="258"/>
            <ac:spMk id="7" creationId="{4376E7ED-16CB-05FB-91CE-78293A73B5CA}"/>
          </ac:spMkLst>
        </pc:spChg>
        <pc:spChg chg="add mod">
          <ac:chgData name="Adin Durakovic" userId="2ad61b98-b0fd-44ad-ae05-75a98b948b59" providerId="ADAL" clId="{59C5C822-DDF8-46E0-A69C-E1E0435FEA74}" dt="2026-03-16T08:31:52.181" v="1042" actId="14100"/>
          <ac:spMkLst>
            <pc:docMk/>
            <pc:sldMk cId="591358847" sldId="258"/>
            <ac:spMk id="8" creationId="{50DF5D73-7738-8540-2C95-EDD208A4DFF5}"/>
          </ac:spMkLst>
        </pc:spChg>
        <pc:spChg chg="add del">
          <ac:chgData name="Adin Durakovic" userId="2ad61b98-b0fd-44ad-ae05-75a98b948b59" providerId="ADAL" clId="{59C5C822-DDF8-46E0-A69C-E1E0435FEA74}" dt="2026-03-16T08:14:41.688" v="15" actId="26606"/>
          <ac:spMkLst>
            <pc:docMk/>
            <pc:sldMk cId="591358847" sldId="258"/>
            <ac:spMk id="9" creationId="{D7A453D2-15D8-4403-815F-291FA16340D9}"/>
          </ac:spMkLst>
        </pc:spChg>
        <pc:spChg chg="add mod">
          <ac:chgData name="Adin Durakovic" userId="2ad61b98-b0fd-44ad-ae05-75a98b948b59" providerId="ADAL" clId="{59C5C822-DDF8-46E0-A69C-E1E0435FEA74}" dt="2026-03-16T08:31:55.366" v="1043" actId="14100"/>
          <ac:spMkLst>
            <pc:docMk/>
            <pc:sldMk cId="591358847" sldId="258"/>
            <ac:spMk id="10" creationId="{1E298B98-0D87-9547-6424-2A137F12A2C1}"/>
          </ac:spMkLst>
        </pc:spChg>
        <pc:spChg chg="add del">
          <ac:chgData name="Adin Durakovic" userId="2ad61b98-b0fd-44ad-ae05-75a98b948b59" providerId="ADAL" clId="{59C5C822-DDF8-46E0-A69C-E1E0435FEA74}" dt="2026-03-16T08:14:41.688" v="15" actId="26606"/>
          <ac:spMkLst>
            <pc:docMk/>
            <pc:sldMk cId="591358847" sldId="258"/>
            <ac:spMk id="11" creationId="{8161EA6B-09CA-445B-AB0D-8DF76FA92DEF}"/>
          </ac:spMkLst>
        </pc:spChg>
        <pc:spChg chg="add mod">
          <ac:chgData name="Adin Durakovic" userId="2ad61b98-b0fd-44ad-ae05-75a98b948b59" providerId="ADAL" clId="{59C5C822-DDF8-46E0-A69C-E1E0435FEA74}" dt="2026-03-16T08:32:09.924" v="1046" actId="20577"/>
          <ac:spMkLst>
            <pc:docMk/>
            <pc:sldMk cId="591358847" sldId="258"/>
            <ac:spMk id="12" creationId="{DDDADAE3-B87D-A483-F332-21EC9E2ABA43}"/>
          </ac:spMkLst>
        </pc:spChg>
        <pc:spChg chg="add mod">
          <ac:chgData name="Adin Durakovic" userId="2ad61b98-b0fd-44ad-ae05-75a98b948b59" providerId="ADAL" clId="{59C5C822-DDF8-46E0-A69C-E1E0435FEA74}" dt="2026-03-16T08:33:49.225" v="1224" actId="313"/>
          <ac:spMkLst>
            <pc:docMk/>
            <pc:sldMk cId="591358847" sldId="258"/>
            <ac:spMk id="20" creationId="{DACCF0E4-15F5-CFF3-DD55-3A9178E3CA8E}"/>
          </ac:spMkLst>
        </pc:spChg>
        <pc:spChg chg="add del">
          <ac:chgData name="Adin Durakovic" userId="2ad61b98-b0fd-44ad-ae05-75a98b948b59" providerId="ADAL" clId="{59C5C822-DDF8-46E0-A69C-E1E0435FEA74}" dt="2026-03-16T08:14:41.688" v="15" actId="26606"/>
          <ac:spMkLst>
            <pc:docMk/>
            <pc:sldMk cId="591358847" sldId="258"/>
            <ac:spMk id="21" creationId="{B8114C98-A349-4111-A123-E8EAB86ABE30}"/>
          </ac:spMkLst>
        </pc:spChg>
        <pc:spChg chg="add del mod">
          <ac:chgData name="Adin Durakovic" userId="2ad61b98-b0fd-44ad-ae05-75a98b948b59" providerId="ADAL" clId="{59C5C822-DDF8-46E0-A69C-E1E0435FEA74}" dt="2026-03-16T08:35:36.270" v="1236"/>
          <ac:spMkLst>
            <pc:docMk/>
            <pc:sldMk cId="591358847" sldId="258"/>
            <ac:spMk id="22" creationId="{BD28803C-8ABF-A5D1-B16E-FC3213F33D65}"/>
          </ac:spMkLst>
        </pc:spChg>
        <pc:spChg chg="add del">
          <ac:chgData name="Adin Durakovic" userId="2ad61b98-b0fd-44ad-ae05-75a98b948b59" providerId="ADAL" clId="{59C5C822-DDF8-46E0-A69C-E1E0435FEA74}" dt="2026-03-16T08:14:41.688" v="15" actId="26606"/>
          <ac:spMkLst>
            <pc:docMk/>
            <pc:sldMk cId="591358847" sldId="258"/>
            <ac:spMk id="29" creationId="{E2D3D3F2-ABBB-4453-B1C5-1BEBF7E4DD56}"/>
          </ac:spMkLst>
        </pc:spChg>
        <pc:spChg chg="add del">
          <ac:chgData name="Adin Durakovic" userId="2ad61b98-b0fd-44ad-ae05-75a98b948b59" providerId="ADAL" clId="{59C5C822-DDF8-46E0-A69C-E1E0435FEA74}" dt="2026-03-16T08:14:41.688" v="15" actId="26606"/>
          <ac:spMkLst>
            <pc:docMk/>
            <pc:sldMk cId="591358847" sldId="258"/>
            <ac:spMk id="43" creationId="{773AEA78-C03B-40B7-9D11-DC022119D577}"/>
          </ac:spMkLst>
        </pc:spChg>
        <pc:spChg chg="add del">
          <ac:chgData name="Adin Durakovic" userId="2ad61b98-b0fd-44ad-ae05-75a98b948b59" providerId="ADAL" clId="{59C5C822-DDF8-46E0-A69C-E1E0435FEA74}" dt="2026-03-16T08:14:31.842" v="10" actId="26606"/>
          <ac:spMkLst>
            <pc:docMk/>
            <pc:sldMk cId="591358847" sldId="258"/>
            <ac:spMk id="48" creationId="{66E48AFA-8884-4F68-A44F-D2C1E8609C5A}"/>
          </ac:spMkLst>
        </pc:spChg>
        <pc:spChg chg="add del">
          <ac:chgData name="Adin Durakovic" userId="2ad61b98-b0fd-44ad-ae05-75a98b948b59" providerId="ADAL" clId="{59C5C822-DDF8-46E0-A69C-E1E0435FEA74}" dt="2026-03-16T08:14:31.842" v="10" actId="26606"/>
          <ac:spMkLst>
            <pc:docMk/>
            <pc:sldMk cId="591358847" sldId="258"/>
            <ac:spMk id="50" creationId="{969D19A6-08CB-498C-93EC-3FFB021FC68A}"/>
          </ac:spMkLst>
        </pc:spChg>
        <pc:spChg chg="add del">
          <ac:chgData name="Adin Durakovic" userId="2ad61b98-b0fd-44ad-ae05-75a98b948b59" providerId="ADAL" clId="{59C5C822-DDF8-46E0-A69C-E1E0435FEA74}" dt="2026-03-16T08:14:36.183" v="12" actId="26606"/>
          <ac:spMkLst>
            <pc:docMk/>
            <pc:sldMk cId="591358847" sldId="258"/>
            <ac:spMk id="52" creationId="{99B60357-232D-4489-8786-BF4E4F74BA76}"/>
          </ac:spMkLst>
        </pc:spChg>
        <pc:spChg chg="add del">
          <ac:chgData name="Adin Durakovic" userId="2ad61b98-b0fd-44ad-ae05-75a98b948b59" providerId="ADAL" clId="{59C5C822-DDF8-46E0-A69C-E1E0435FEA74}" dt="2026-03-16T08:14:36.183" v="12" actId="26606"/>
          <ac:spMkLst>
            <pc:docMk/>
            <pc:sldMk cId="591358847" sldId="258"/>
            <ac:spMk id="53" creationId="{73C994B4-9721-4148-9EEC-6793CECDE8DD}"/>
          </ac:spMkLst>
        </pc:spChg>
        <pc:spChg chg="add del">
          <ac:chgData name="Adin Durakovic" userId="2ad61b98-b0fd-44ad-ae05-75a98b948b59" providerId="ADAL" clId="{59C5C822-DDF8-46E0-A69C-E1E0435FEA74}" dt="2026-03-16T08:14:36.183" v="12" actId="26606"/>
          <ac:spMkLst>
            <pc:docMk/>
            <pc:sldMk cId="591358847" sldId="258"/>
            <ac:spMk id="54" creationId="{28928A89-D0B3-42AC-80FB-CA7D445693CB}"/>
          </ac:spMkLst>
        </pc:spChg>
        <pc:spChg chg="add del">
          <ac:chgData name="Adin Durakovic" userId="2ad61b98-b0fd-44ad-ae05-75a98b948b59" providerId="ADAL" clId="{59C5C822-DDF8-46E0-A69C-E1E0435FEA74}" dt="2026-03-16T08:14:36.183" v="12" actId="26606"/>
          <ac:spMkLst>
            <pc:docMk/>
            <pc:sldMk cId="591358847" sldId="258"/>
            <ac:spMk id="55" creationId="{F9D95E49-763A-4886-B038-82F734740554}"/>
          </ac:spMkLst>
        </pc:spChg>
        <pc:spChg chg="add del">
          <ac:chgData name="Adin Durakovic" userId="2ad61b98-b0fd-44ad-ae05-75a98b948b59" providerId="ADAL" clId="{59C5C822-DDF8-46E0-A69C-E1E0435FEA74}" dt="2026-03-16T08:14:41.679" v="14" actId="26606"/>
          <ac:spMkLst>
            <pc:docMk/>
            <pc:sldMk cId="591358847" sldId="258"/>
            <ac:spMk id="60" creationId="{2596F992-698C-48C0-9D89-70DA4CE927EF}"/>
          </ac:spMkLst>
        </pc:spChg>
        <pc:spChg chg="add del">
          <ac:chgData name="Adin Durakovic" userId="2ad61b98-b0fd-44ad-ae05-75a98b948b59" providerId="ADAL" clId="{59C5C822-DDF8-46E0-A69C-E1E0435FEA74}" dt="2026-03-16T08:14:41.679" v="14" actId="26606"/>
          <ac:spMkLst>
            <pc:docMk/>
            <pc:sldMk cId="591358847" sldId="258"/>
            <ac:spMk id="61" creationId="{E7BFF8DC-0AE7-4AD2-9B28-2E5F26D62C30}"/>
          </ac:spMkLst>
        </pc:spChg>
        <pc:spChg chg="add del">
          <ac:chgData name="Adin Durakovic" userId="2ad61b98-b0fd-44ad-ae05-75a98b948b59" providerId="ADAL" clId="{59C5C822-DDF8-46E0-A69C-E1E0435FEA74}" dt="2026-03-16T08:14:41.679" v="14" actId="26606"/>
          <ac:spMkLst>
            <pc:docMk/>
            <pc:sldMk cId="591358847" sldId="258"/>
            <ac:spMk id="62" creationId="{7E0162AD-C6E5-4BF8-A453-76ADB36877D3}"/>
          </ac:spMkLst>
        </pc:spChg>
        <pc:spChg chg="add del">
          <ac:chgData name="Adin Durakovic" userId="2ad61b98-b0fd-44ad-ae05-75a98b948b59" providerId="ADAL" clId="{59C5C822-DDF8-46E0-A69C-E1E0435FEA74}" dt="2026-03-16T08:15:08.709" v="18" actId="26606"/>
          <ac:spMkLst>
            <pc:docMk/>
            <pc:sldMk cId="591358847" sldId="258"/>
            <ac:spMk id="67" creationId="{D7A453D2-15D8-4403-815F-291FA16340D9}"/>
          </ac:spMkLst>
        </pc:spChg>
        <pc:spChg chg="add del">
          <ac:chgData name="Adin Durakovic" userId="2ad61b98-b0fd-44ad-ae05-75a98b948b59" providerId="ADAL" clId="{59C5C822-DDF8-46E0-A69C-E1E0435FEA74}" dt="2026-03-16T08:15:08.709" v="18" actId="26606"/>
          <ac:spMkLst>
            <pc:docMk/>
            <pc:sldMk cId="591358847" sldId="258"/>
            <ac:spMk id="68" creationId="{E2D3D3F2-ABBB-4453-B1C5-1BEBF7E4DD56}"/>
          </ac:spMkLst>
        </pc:spChg>
        <pc:spChg chg="add del">
          <ac:chgData name="Adin Durakovic" userId="2ad61b98-b0fd-44ad-ae05-75a98b948b59" providerId="ADAL" clId="{59C5C822-DDF8-46E0-A69C-E1E0435FEA74}" dt="2026-03-16T08:15:08.709" v="18" actId="26606"/>
          <ac:spMkLst>
            <pc:docMk/>
            <pc:sldMk cId="591358847" sldId="258"/>
            <ac:spMk id="69" creationId="{8161EA6B-09CA-445B-AB0D-8DF76FA92DEF}"/>
          </ac:spMkLst>
        </pc:spChg>
        <pc:spChg chg="add del">
          <ac:chgData name="Adin Durakovic" userId="2ad61b98-b0fd-44ad-ae05-75a98b948b59" providerId="ADAL" clId="{59C5C822-DDF8-46E0-A69C-E1E0435FEA74}" dt="2026-03-16T08:15:08.709" v="18" actId="26606"/>
          <ac:spMkLst>
            <pc:docMk/>
            <pc:sldMk cId="591358847" sldId="258"/>
            <ac:spMk id="82" creationId="{773AEA78-C03B-40B7-9D11-DC022119D577}"/>
          </ac:spMkLst>
        </pc:spChg>
        <pc:spChg chg="add del">
          <ac:chgData name="Adin Durakovic" userId="2ad61b98-b0fd-44ad-ae05-75a98b948b59" providerId="ADAL" clId="{59C5C822-DDF8-46E0-A69C-E1E0435FEA74}" dt="2026-03-16T08:15:08.709" v="18" actId="26606"/>
          <ac:spMkLst>
            <pc:docMk/>
            <pc:sldMk cId="591358847" sldId="258"/>
            <ac:spMk id="85" creationId="{B8114C98-A349-4111-A123-E8EAB86ABE30}"/>
          </ac:spMkLst>
        </pc:spChg>
        <pc:spChg chg="add del">
          <ac:chgData name="Adin Durakovic" userId="2ad61b98-b0fd-44ad-ae05-75a98b948b59" providerId="ADAL" clId="{59C5C822-DDF8-46E0-A69C-E1E0435FEA74}" dt="2026-03-16T08:15:08.709" v="18" actId="26606"/>
          <ac:spMkLst>
            <pc:docMk/>
            <pc:sldMk cId="591358847" sldId="258"/>
            <ac:spMk id="91" creationId="{66E48AFA-8884-4F68-A44F-D2C1E8609C5A}"/>
          </ac:spMkLst>
        </pc:spChg>
        <pc:spChg chg="add del">
          <ac:chgData name="Adin Durakovic" userId="2ad61b98-b0fd-44ad-ae05-75a98b948b59" providerId="ADAL" clId="{59C5C822-DDF8-46E0-A69C-E1E0435FEA74}" dt="2026-03-16T08:15:08.709" v="18" actId="26606"/>
          <ac:spMkLst>
            <pc:docMk/>
            <pc:sldMk cId="591358847" sldId="258"/>
            <ac:spMk id="93" creationId="{969D19A6-08CB-498C-93EC-3FFB021FC68A}"/>
          </ac:spMkLst>
        </pc:spChg>
        <pc:grpChg chg="add">
          <ac:chgData name="Adin Durakovic" userId="2ad61b98-b0fd-44ad-ae05-75a98b948b59" providerId="ADAL" clId="{59C5C822-DDF8-46E0-A69C-E1E0435FEA74}" dt="2026-03-16T08:14:21.263" v="7" actId="26606"/>
          <ac:grpSpMkLst>
            <pc:docMk/>
            <pc:sldMk cId="591358847" sldId="258"/>
            <ac:grpSpMk id="13" creationId="{913B067F-3154-4968-A886-DF93A787EC44}"/>
          </ac:grpSpMkLst>
        </pc:grpChg>
        <pc:grpChg chg="add del">
          <ac:chgData name="Adin Durakovic" userId="2ad61b98-b0fd-44ad-ae05-75a98b948b59" providerId="ADAL" clId="{59C5C822-DDF8-46E0-A69C-E1E0435FEA74}" dt="2026-03-16T08:14:31.842" v="10" actId="26606"/>
          <ac:grpSpMkLst>
            <pc:docMk/>
            <pc:sldMk cId="591358847" sldId="258"/>
            <ac:grpSpMk id="31" creationId="{8214E4A5-A0D2-42C4-8D14-D2A7E495F041}"/>
          </ac:grpSpMkLst>
        </pc:grpChg>
        <pc:grpChg chg="add">
          <ac:chgData name="Adin Durakovic" userId="2ad61b98-b0fd-44ad-ae05-75a98b948b59" providerId="ADAL" clId="{59C5C822-DDF8-46E0-A69C-E1E0435FEA74}" dt="2026-03-16T08:14:21.263" v="7" actId="26606"/>
          <ac:grpSpMkLst>
            <pc:docMk/>
            <pc:sldMk cId="591358847" sldId="258"/>
            <ac:grpSpMk id="37" creationId="{1F4E1649-4D1F-4A91-AF97-A254BFDD524D}"/>
          </ac:grpSpMkLst>
        </pc:grpChg>
        <pc:grpChg chg="add del">
          <ac:chgData name="Adin Durakovic" userId="2ad61b98-b0fd-44ad-ae05-75a98b948b59" providerId="ADAL" clId="{59C5C822-DDF8-46E0-A69C-E1E0435FEA74}" dt="2026-03-16T08:15:08.709" v="18" actId="26606"/>
          <ac:grpSpMkLst>
            <pc:docMk/>
            <pc:sldMk cId="591358847" sldId="258"/>
            <ac:grpSpMk id="76" creationId="{1F4E1649-4D1F-4A91-AF97-A254BFDD524D}"/>
          </ac:grpSpMkLst>
        </pc:grpChg>
        <pc:graphicFrameChg chg="add del mod modGraphic">
          <ac:chgData name="Adin Durakovic" userId="2ad61b98-b0fd-44ad-ae05-75a98b948b59" providerId="ADAL" clId="{59C5C822-DDF8-46E0-A69C-E1E0435FEA74}" dt="2026-03-16T08:35:36.254" v="1234" actId="21"/>
          <ac:graphicFrameMkLst>
            <pc:docMk/>
            <pc:sldMk cId="591358847" sldId="258"/>
            <ac:graphicFrameMk id="28" creationId="{064C7572-230B-4C1C-F64B-4F1D4CF663DF}"/>
          </ac:graphicFrameMkLst>
        </pc:graphicFrameChg>
        <pc:picChg chg="add del mod">
          <ac:chgData name="Adin Durakovic" userId="2ad61b98-b0fd-44ad-ae05-75a98b948b59" providerId="ADAL" clId="{59C5C822-DDF8-46E0-A69C-E1E0435FEA74}" dt="2026-03-16T08:16:12.448" v="22" actId="21"/>
          <ac:picMkLst>
            <pc:docMk/>
            <pc:sldMk cId="591358847" sldId="258"/>
            <ac:picMk id="4" creationId="{895CFAFE-A119-C717-6D40-8FE876770EF0}"/>
          </ac:picMkLst>
        </pc:picChg>
        <pc:picChg chg="add mod">
          <ac:chgData name="Adin Durakovic" userId="2ad61b98-b0fd-44ad-ae05-75a98b948b59" providerId="ADAL" clId="{59C5C822-DDF8-46E0-A69C-E1E0435FEA74}" dt="2026-03-16T08:40:24.212" v="1296" actId="14100"/>
          <ac:picMkLst>
            <pc:docMk/>
            <pc:sldMk cId="591358847" sldId="258"/>
            <ac:picMk id="6" creationId="{E63EE493-865E-FA11-4145-AACE3B8F63E2}"/>
          </ac:picMkLst>
        </pc:picChg>
      </pc:sldChg>
      <pc:sldChg chg="new del">
        <pc:chgData name="Adin Durakovic" userId="2ad61b98-b0fd-44ad-ae05-75a98b948b59" providerId="ADAL" clId="{59C5C822-DDF8-46E0-A69C-E1E0435FEA74}" dt="2026-03-16T08:34:56.580" v="1226" actId="2696"/>
        <pc:sldMkLst>
          <pc:docMk/>
          <pc:sldMk cId="3984113329" sldId="261"/>
        </pc:sldMkLst>
      </pc:sldChg>
    </pc:docChg>
  </pc:docChgLst>
  <pc:docChgLst>
    <pc:chgData name="Emel Keres" userId="S::pb33grl@eduvaud.ch::752d1ddc-804c-49ca-ad09-1c6c449e92da" providerId="AD" clId="Web-{25C55401-A386-6B45-C3EF-563D9179BF51}"/>
    <pc:docChg chg="addSld delSld modSld sldOrd">
      <pc:chgData name="Emel Keres" userId="S::pb33grl@eduvaud.ch::752d1ddc-804c-49ca-ad09-1c6c449e92da" providerId="AD" clId="Web-{25C55401-A386-6B45-C3EF-563D9179BF51}" dt="2026-03-16T15:19:41.128" v="1527" actId="14100"/>
      <pc:docMkLst>
        <pc:docMk/>
      </pc:docMkLst>
      <pc:sldChg chg="addSp delSp modSp mod setBg">
        <pc:chgData name="Emel Keres" userId="S::pb33grl@eduvaud.ch::752d1ddc-804c-49ca-ad09-1c6c449e92da" providerId="AD" clId="Web-{25C55401-A386-6B45-C3EF-563D9179BF51}" dt="2026-03-16T14:19:25.766" v="1522" actId="14100"/>
        <pc:sldMkLst>
          <pc:docMk/>
          <pc:sldMk cId="2952239631" sldId="256"/>
        </pc:sldMkLst>
        <pc:spChg chg="mod">
          <ac:chgData name="Emel Keres" userId="S::pb33grl@eduvaud.ch::752d1ddc-804c-49ca-ad09-1c6c449e92da" providerId="AD" clId="Web-{25C55401-A386-6B45-C3EF-563D9179BF51}" dt="2026-03-16T14:13:04.822" v="1490" actId="20577"/>
          <ac:spMkLst>
            <pc:docMk/>
            <pc:sldMk cId="2952239631" sldId="256"/>
            <ac:spMk id="2" creationId="{A6677FA0-2093-0729-65C9-77321715374F}"/>
          </ac:spMkLst>
        </pc:spChg>
        <pc:spChg chg="mod">
          <ac:chgData name="Emel Keres" userId="S::pb33grl@eduvaud.ch::752d1ddc-804c-49ca-ad09-1c6c449e92da" providerId="AD" clId="Web-{25C55401-A386-6B45-C3EF-563D9179BF51}" dt="2026-03-16T14:13:00.962" v="1489" actId="20577"/>
          <ac:spMkLst>
            <pc:docMk/>
            <pc:sldMk cId="2952239631" sldId="256"/>
            <ac:spMk id="3" creationId="{55FC79B4-D16D-4E01-717A-8A936D539BFC}"/>
          </ac:spMkLst>
        </pc:spChg>
        <pc:spChg chg="add">
          <ac:chgData name="Emel Keres" userId="S::pb33grl@eduvaud.ch::752d1ddc-804c-49ca-ad09-1c6c449e92da" providerId="AD" clId="Web-{25C55401-A386-6B45-C3EF-563D9179BF51}" dt="2026-03-16T07:41:53.399" v="32"/>
          <ac:spMkLst>
            <pc:docMk/>
            <pc:sldMk cId="2952239631" sldId="256"/>
            <ac:spMk id="9" creationId="{91DC6ABD-215C-4EA8-A483-CEF5B99AB385}"/>
          </ac:spMkLst>
        </pc:spChg>
        <pc:spChg chg="add">
          <ac:chgData name="Emel Keres" userId="S::pb33grl@eduvaud.ch::752d1ddc-804c-49ca-ad09-1c6c449e92da" providerId="AD" clId="Web-{25C55401-A386-6B45-C3EF-563D9179BF51}" dt="2026-03-16T07:41:53.399" v="32"/>
          <ac:spMkLst>
            <pc:docMk/>
            <pc:sldMk cId="2952239631" sldId="256"/>
            <ac:spMk id="15" creationId="{04357C93-F0CB-4A1C-8F77-4E9063789819}"/>
          </ac:spMkLst>
        </pc:spChg>
        <pc:grpChg chg="add">
          <ac:chgData name="Emel Keres" userId="S::pb33grl@eduvaud.ch::752d1ddc-804c-49ca-ad09-1c6c449e92da" providerId="AD" clId="Web-{25C55401-A386-6B45-C3EF-563D9179BF51}" dt="2026-03-16T07:41:53.399" v="32"/>
          <ac:grpSpMkLst>
            <pc:docMk/>
            <pc:sldMk cId="2952239631" sldId="256"/>
            <ac:grpSpMk id="11" creationId="{3AF6A671-C637-4547-85F4-51B6D1881399}"/>
          </ac:grpSpMkLst>
        </pc:grpChg>
        <pc:picChg chg="add del mod">
          <ac:chgData name="Emel Keres" userId="S::pb33grl@eduvaud.ch::752d1ddc-804c-49ca-ad09-1c6c449e92da" providerId="AD" clId="Web-{25C55401-A386-6B45-C3EF-563D9179BF51}" dt="2026-03-16T14:17:44.953" v="1509"/>
          <ac:picMkLst>
            <pc:docMk/>
            <pc:sldMk cId="2952239631" sldId="256"/>
            <ac:picMk id="4" creationId="{F91451D0-4363-099C-48C9-550C78C84E8E}"/>
          </ac:picMkLst>
        </pc:picChg>
        <pc:picChg chg="add mod">
          <ac:chgData name="Emel Keres" userId="S::pb33grl@eduvaud.ch::752d1ddc-804c-49ca-ad09-1c6c449e92da" providerId="AD" clId="Web-{25C55401-A386-6B45-C3EF-563D9179BF51}" dt="2026-03-16T14:17:55.328" v="1512" actId="1076"/>
          <ac:picMkLst>
            <pc:docMk/>
            <pc:sldMk cId="2952239631" sldId="256"/>
            <ac:picMk id="5" creationId="{8ECC1792-D076-7A04-0474-89075ADB56E8}"/>
          </ac:picMkLst>
        </pc:picChg>
        <pc:picChg chg="add mod">
          <ac:chgData name="Emel Keres" userId="S::pb33grl@eduvaud.ch::752d1ddc-804c-49ca-ad09-1c6c449e92da" providerId="AD" clId="Web-{25C55401-A386-6B45-C3EF-563D9179BF51}" dt="2026-03-16T14:19:25.766" v="1522" actId="14100"/>
          <ac:picMkLst>
            <pc:docMk/>
            <pc:sldMk cId="2952239631" sldId="256"/>
            <ac:picMk id="6" creationId="{4DDAF42B-0711-E79F-0AEF-8B7C74FE1942}"/>
          </ac:picMkLst>
        </pc:picChg>
      </pc:sldChg>
      <pc:sldChg chg="modSp new mod ord setBg">
        <pc:chgData name="Emel Keres" userId="S::pb33grl@eduvaud.ch::752d1ddc-804c-49ca-ad09-1c6c449e92da" providerId="AD" clId="Web-{25C55401-A386-6B45-C3EF-563D9179BF51}" dt="2026-03-16T15:19:18.940" v="1523" actId="14100"/>
        <pc:sldMkLst>
          <pc:docMk/>
          <pc:sldMk cId="3746204366" sldId="257"/>
        </pc:sldMkLst>
        <pc:spChg chg="mod">
          <ac:chgData name="Emel Keres" userId="S::pb33grl@eduvaud.ch::752d1ddc-804c-49ca-ad09-1c6c449e92da" providerId="AD" clId="Web-{25C55401-A386-6B45-C3EF-563D9179BF51}" dt="2026-03-16T15:19:18.940" v="1523" actId="14100"/>
          <ac:spMkLst>
            <pc:docMk/>
            <pc:sldMk cId="3746204366" sldId="257"/>
            <ac:spMk id="2" creationId="{32E071F7-D8B0-BCA6-A062-54FF26992EC1}"/>
          </ac:spMkLst>
        </pc:spChg>
        <pc:spChg chg="mod">
          <ac:chgData name="Emel Keres" userId="S::pb33grl@eduvaud.ch::752d1ddc-804c-49ca-ad09-1c6c449e92da" providerId="AD" clId="Web-{25C55401-A386-6B45-C3EF-563D9179BF51}" dt="2026-03-16T14:14:45.293" v="1505" actId="1076"/>
          <ac:spMkLst>
            <pc:docMk/>
            <pc:sldMk cId="3746204366" sldId="257"/>
            <ac:spMk id="3" creationId="{887DA90D-641E-3D94-03AB-A4FDCC03F76A}"/>
          </ac:spMkLst>
        </pc:spChg>
      </pc:sldChg>
      <pc:sldChg chg="addSp delSp modSp ord">
        <pc:chgData name="Emel Keres" userId="S::pb33grl@eduvaud.ch::752d1ddc-804c-49ca-ad09-1c6c449e92da" providerId="AD" clId="Web-{25C55401-A386-6B45-C3EF-563D9179BF51}" dt="2026-03-16T09:08:38.210" v="1061"/>
        <pc:sldMkLst>
          <pc:docMk/>
          <pc:sldMk cId="591358847" sldId="258"/>
        </pc:sldMkLst>
        <pc:spChg chg="add del">
          <ac:chgData name="Emel Keres" userId="S::pb33grl@eduvaud.ch::752d1ddc-804c-49ca-ad09-1c6c449e92da" providerId="AD" clId="Web-{25C55401-A386-6B45-C3EF-563D9179BF51}" dt="2026-03-16T08:07:59.328" v="134"/>
          <ac:spMkLst>
            <pc:docMk/>
            <pc:sldMk cId="591358847" sldId="258"/>
            <ac:spMk id="2" creationId="{D8D96C56-5D04-ED88-D4AE-EF1707807322}"/>
          </ac:spMkLst>
        </pc:spChg>
        <pc:spChg chg="add mod">
          <ac:chgData name="Emel Keres" userId="S::pb33grl@eduvaud.ch::752d1ddc-804c-49ca-ad09-1c6c449e92da" providerId="AD" clId="Web-{25C55401-A386-6B45-C3EF-563D9179BF51}" dt="2026-03-16T08:13:51.896" v="381" actId="20577"/>
          <ac:spMkLst>
            <pc:docMk/>
            <pc:sldMk cId="591358847" sldId="258"/>
            <ac:spMk id="3" creationId="{6CBFE363-B8F5-7C38-CC9D-68DC1EBF95C1}"/>
          </ac:spMkLst>
        </pc:spChg>
        <pc:spChg chg="mod">
          <ac:chgData name="Emel Keres" userId="S::pb33grl@eduvaud.ch::752d1ddc-804c-49ca-ad09-1c6c449e92da" providerId="AD" clId="Web-{25C55401-A386-6B45-C3EF-563D9179BF51}" dt="2026-03-16T08:39:04" v="1013" actId="20577"/>
          <ac:spMkLst>
            <pc:docMk/>
            <pc:sldMk cId="591358847" sldId="258"/>
            <ac:spMk id="7" creationId="{4376E7ED-16CB-05FB-91CE-78293A73B5CA}"/>
          </ac:spMkLst>
        </pc:spChg>
        <pc:spChg chg="mod">
          <ac:chgData name="Emel Keres" userId="S::pb33grl@eduvaud.ch::752d1ddc-804c-49ca-ad09-1c6c449e92da" providerId="AD" clId="Web-{25C55401-A386-6B45-C3EF-563D9179BF51}" dt="2026-03-16T08:39:16.172" v="1015" actId="20577"/>
          <ac:spMkLst>
            <pc:docMk/>
            <pc:sldMk cId="591358847" sldId="258"/>
            <ac:spMk id="20" creationId="{DACCF0E4-15F5-CFF3-DD55-3A9178E3CA8E}"/>
          </ac:spMkLst>
        </pc:spChg>
        <pc:picChg chg="del">
          <ac:chgData name="Emel Keres" userId="S::pb33grl@eduvaud.ch::752d1ddc-804c-49ca-ad09-1c6c449e92da" providerId="AD" clId="Web-{25C55401-A386-6B45-C3EF-563D9179BF51}" dt="2026-03-16T09:08:38.210" v="1061"/>
          <ac:picMkLst>
            <pc:docMk/>
            <pc:sldMk cId="591358847" sldId="258"/>
            <ac:picMk id="6" creationId="{E63EE493-865E-FA11-4145-AACE3B8F63E2}"/>
          </ac:picMkLst>
        </pc:picChg>
      </pc:sldChg>
      <pc:sldChg chg="addSp delSp modSp new mod setBg">
        <pc:chgData name="Emel Keres" userId="S::pb33grl@eduvaud.ch::752d1ddc-804c-49ca-ad09-1c6c449e92da" providerId="AD" clId="Web-{25C55401-A386-6B45-C3EF-563D9179BF51}" dt="2026-03-16T15:19:34.800" v="1526" actId="20577"/>
        <pc:sldMkLst>
          <pc:docMk/>
          <pc:sldMk cId="758963859" sldId="259"/>
        </pc:sldMkLst>
        <pc:spChg chg="add del">
          <ac:chgData name="Emel Keres" userId="S::pb33grl@eduvaud.ch::752d1ddc-804c-49ca-ad09-1c6c449e92da" providerId="AD" clId="Web-{25C55401-A386-6B45-C3EF-563D9179BF51}" dt="2026-03-16T09:09:27.179" v="1067"/>
          <ac:spMkLst>
            <pc:docMk/>
            <pc:sldMk cId="758963859" sldId="259"/>
            <ac:spMk id="2" creationId="{F339907F-9688-C6D5-E23B-4E63F0C7CC5C}"/>
          </ac:spMkLst>
        </pc:spChg>
        <pc:spChg chg="add mod">
          <ac:chgData name="Emel Keres" userId="S::pb33grl@eduvaud.ch::752d1ddc-804c-49ca-ad09-1c6c449e92da" providerId="AD" clId="Web-{25C55401-A386-6B45-C3EF-563D9179BF51}" dt="2026-03-16T15:19:34.800" v="1526" actId="20577"/>
          <ac:spMkLst>
            <pc:docMk/>
            <pc:sldMk cId="758963859" sldId="259"/>
            <ac:spMk id="3" creationId="{9CA1E0D2-77BC-E391-9EBE-A916A8417BAD}"/>
          </ac:spMkLst>
        </pc:spChg>
      </pc:sldChg>
      <pc:sldChg chg="new del ord">
        <pc:chgData name="Emel Keres" userId="S::pb33grl@eduvaud.ch::752d1ddc-804c-49ca-ad09-1c6c449e92da" providerId="AD" clId="Web-{25C55401-A386-6B45-C3EF-563D9179BF51}" dt="2026-03-16T08:22:40.525" v="489"/>
        <pc:sldMkLst>
          <pc:docMk/>
          <pc:sldMk cId="1087911862" sldId="259"/>
        </pc:sldMkLst>
      </pc:sldChg>
      <pc:sldChg chg="modSp new del">
        <pc:chgData name="Emel Keres" userId="S::pb33grl@eduvaud.ch::752d1ddc-804c-49ca-ad09-1c6c449e92da" providerId="AD" clId="Web-{25C55401-A386-6B45-C3EF-563D9179BF51}" dt="2026-03-16T09:07:03.725" v="1059"/>
        <pc:sldMkLst>
          <pc:docMk/>
          <pc:sldMk cId="1903508466" sldId="259"/>
        </pc:sldMkLst>
        <pc:spChg chg="mod">
          <ac:chgData name="Emel Keres" userId="S::pb33grl@eduvaud.ch::752d1ddc-804c-49ca-ad09-1c6c449e92da" providerId="AD" clId="Web-{25C55401-A386-6B45-C3EF-563D9179BF51}" dt="2026-03-16T08:25:16.783" v="587" actId="1076"/>
          <ac:spMkLst>
            <pc:docMk/>
            <pc:sldMk cId="1903508466" sldId="259"/>
            <ac:spMk id="2" creationId="{1A568F44-8EB0-A187-AC74-CAA679B834FC}"/>
          </ac:spMkLst>
        </pc:spChg>
        <pc:spChg chg="mod">
          <ac:chgData name="Emel Keres" userId="S::pb33grl@eduvaud.ch::752d1ddc-804c-49ca-ad09-1c6c449e92da" providerId="AD" clId="Web-{25C55401-A386-6B45-C3EF-563D9179BF51}" dt="2026-03-16T08:25:55.675" v="636" actId="20577"/>
          <ac:spMkLst>
            <pc:docMk/>
            <pc:sldMk cId="1903508466" sldId="259"/>
            <ac:spMk id="3" creationId="{C3C6341D-BC55-A6B9-840A-B40284317CED}"/>
          </ac:spMkLst>
        </pc:spChg>
      </pc:sldChg>
      <pc:sldChg chg="addSp delSp modSp new del">
        <pc:chgData name="Emel Keres" userId="S::pb33grl@eduvaud.ch::752d1ddc-804c-49ca-ad09-1c6c449e92da" providerId="AD" clId="Web-{25C55401-A386-6B45-C3EF-563D9179BF51}" dt="2026-03-16T09:07:03.662" v="1058"/>
        <pc:sldMkLst>
          <pc:docMk/>
          <pc:sldMk cId="1149939271" sldId="260"/>
        </pc:sldMkLst>
        <pc:spChg chg="mod">
          <ac:chgData name="Emel Keres" userId="S::pb33grl@eduvaud.ch::752d1ddc-804c-49ca-ad09-1c6c449e92da" providerId="AD" clId="Web-{25C55401-A386-6B45-C3EF-563D9179BF51}" dt="2026-03-16T08:28:12.445" v="806" actId="1076"/>
          <ac:spMkLst>
            <pc:docMk/>
            <pc:sldMk cId="1149939271" sldId="260"/>
            <ac:spMk id="2" creationId="{1FFA4F5A-6B45-179D-DB10-F3CCC76E33AF}"/>
          </ac:spMkLst>
        </pc:spChg>
        <pc:spChg chg="mod">
          <ac:chgData name="Emel Keres" userId="S::pb33grl@eduvaud.ch::752d1ddc-804c-49ca-ad09-1c6c449e92da" providerId="AD" clId="Web-{25C55401-A386-6B45-C3EF-563D9179BF51}" dt="2026-03-16T08:44:47.450" v="1045" actId="20577"/>
          <ac:spMkLst>
            <pc:docMk/>
            <pc:sldMk cId="1149939271" sldId="260"/>
            <ac:spMk id="3" creationId="{C342E7D6-B523-2068-6A74-EB7F25E2D24F}"/>
          </ac:spMkLst>
        </pc:spChg>
        <pc:spChg chg="add del">
          <ac:chgData name="Emel Keres" userId="S::pb33grl@eduvaud.ch::752d1ddc-804c-49ca-ad09-1c6c449e92da" providerId="AD" clId="Web-{25C55401-A386-6B45-C3EF-563D9179BF51}" dt="2026-03-16T08:30:59.245" v="823"/>
          <ac:spMkLst>
            <pc:docMk/>
            <pc:sldMk cId="1149939271" sldId="260"/>
            <ac:spMk id="5" creationId="{6B4E527E-EAF9-D44A-F101-AF37750482D1}"/>
          </ac:spMkLst>
        </pc:spChg>
        <pc:spChg chg="add mod">
          <ac:chgData name="Emel Keres" userId="S::pb33grl@eduvaud.ch::752d1ddc-804c-49ca-ad09-1c6c449e92da" providerId="AD" clId="Web-{25C55401-A386-6B45-C3EF-563D9179BF51}" dt="2026-03-16T08:45:04.559" v="1051"/>
          <ac:spMkLst>
            <pc:docMk/>
            <pc:sldMk cId="1149939271" sldId="260"/>
            <ac:spMk id="6" creationId="{D2A45C27-B1B2-FD2C-2CDA-6EBFBBA7440A}"/>
          </ac:spMkLst>
        </pc:spChg>
        <pc:cxnChg chg="add mod">
          <ac:chgData name="Emel Keres" userId="S::pb33grl@eduvaud.ch::752d1ddc-804c-49ca-ad09-1c6c449e92da" providerId="AD" clId="Web-{25C55401-A386-6B45-C3EF-563D9179BF51}" dt="2026-03-16T08:44:51.747" v="1046" actId="14100"/>
          <ac:cxnSpMkLst>
            <pc:docMk/>
            <pc:sldMk cId="1149939271" sldId="260"/>
            <ac:cxnSpMk id="4" creationId="{424A84CE-70A8-28D0-40E5-B9511BE684AA}"/>
          </ac:cxnSpMkLst>
        </pc:cxnChg>
      </pc:sldChg>
      <pc:sldChg chg="addSp modSp new mod setBg">
        <pc:chgData name="Emel Keres" userId="S::pb33grl@eduvaud.ch::752d1ddc-804c-49ca-ad09-1c6c449e92da" providerId="AD" clId="Web-{25C55401-A386-6B45-C3EF-563D9179BF51}" dt="2026-03-16T14:13:38.323" v="1497" actId="20577"/>
        <pc:sldMkLst>
          <pc:docMk/>
          <pc:sldMk cId="4020419043" sldId="260"/>
        </pc:sldMkLst>
        <pc:spChg chg="add mod">
          <ac:chgData name="Emel Keres" userId="S::pb33grl@eduvaud.ch::752d1ddc-804c-49ca-ad09-1c6c449e92da" providerId="AD" clId="Web-{25C55401-A386-6B45-C3EF-563D9179BF51}" dt="2026-03-16T14:13:38.323" v="1497" actId="20577"/>
          <ac:spMkLst>
            <pc:docMk/>
            <pc:sldMk cId="4020419043" sldId="260"/>
            <ac:spMk id="2" creationId="{E0A2C836-23DE-91AA-B6ED-873A1952E19F}"/>
          </ac:spMkLst>
        </pc:spChg>
      </pc:sldChg>
      <pc:sldChg chg="addSp delSp modSp new mod setBg">
        <pc:chgData name="Emel Keres" userId="S::pb33grl@eduvaud.ch::752d1ddc-804c-49ca-ad09-1c6c449e92da" providerId="AD" clId="Web-{25C55401-A386-6B45-C3EF-563D9179BF51}" dt="2026-03-16T14:13:44.745" v="1498"/>
        <pc:sldMkLst>
          <pc:docMk/>
          <pc:sldMk cId="279561989" sldId="261"/>
        </pc:sldMkLst>
        <pc:spChg chg="add del mod">
          <ac:chgData name="Emel Keres" userId="S::pb33grl@eduvaud.ch::752d1ddc-804c-49ca-ad09-1c6c449e92da" providerId="AD" clId="Web-{25C55401-A386-6B45-C3EF-563D9179BF51}" dt="2026-03-16T09:12:06.914" v="1124"/>
          <ac:spMkLst>
            <pc:docMk/>
            <pc:sldMk cId="279561989" sldId="261"/>
            <ac:spMk id="2" creationId="{F71CBC72-F92B-4634-D878-41525A6C08F1}"/>
          </ac:spMkLst>
        </pc:spChg>
        <pc:spChg chg="add del mod">
          <ac:chgData name="Emel Keres" userId="S::pb33grl@eduvaud.ch::752d1ddc-804c-49ca-ad09-1c6c449e92da" providerId="AD" clId="Web-{25C55401-A386-6B45-C3EF-563D9179BF51}" dt="2026-03-16T09:12:20.492" v="1128"/>
          <ac:spMkLst>
            <pc:docMk/>
            <pc:sldMk cId="279561989" sldId="261"/>
            <ac:spMk id="3" creationId="{1FEFE576-37F0-6A99-213E-4E22C0E2CB44}"/>
          </ac:spMkLst>
        </pc:spChg>
        <pc:spChg chg="add mod">
          <ac:chgData name="Emel Keres" userId="S::pb33grl@eduvaud.ch::752d1ddc-804c-49ca-ad09-1c6c449e92da" providerId="AD" clId="Web-{25C55401-A386-6B45-C3EF-563D9179BF51}" dt="2026-03-16T14:10:29.805" v="1468" actId="1076"/>
          <ac:spMkLst>
            <pc:docMk/>
            <pc:sldMk cId="279561989" sldId="261"/>
            <ac:spMk id="4" creationId="{E4EBA157-F826-756A-9C9A-131CCE058350}"/>
          </ac:spMkLst>
        </pc:spChg>
      </pc:sldChg>
      <pc:sldChg chg="modSp add del replId">
        <pc:chgData name="Emel Keres" userId="S::pb33grl@eduvaud.ch::752d1ddc-804c-49ca-ad09-1c6c449e92da" providerId="AD" clId="Web-{25C55401-A386-6B45-C3EF-563D9179BF51}" dt="2026-03-16T09:07:01.662" v="1057"/>
        <pc:sldMkLst>
          <pc:docMk/>
          <pc:sldMk cId="2580548579" sldId="262"/>
        </pc:sldMkLst>
        <pc:spChg chg="mod">
          <ac:chgData name="Emel Keres" userId="S::pb33grl@eduvaud.ch::752d1ddc-804c-49ca-ad09-1c6c449e92da" providerId="AD" clId="Web-{25C55401-A386-6B45-C3EF-563D9179BF51}" dt="2026-03-16T08:43:19.322" v="1037" actId="1076"/>
          <ac:spMkLst>
            <pc:docMk/>
            <pc:sldMk cId="2580548579" sldId="262"/>
            <ac:spMk id="3" creationId="{AB9EA7CD-DCD4-2DC0-04B2-5B0A08D03BF4}"/>
          </ac:spMkLst>
        </pc:spChg>
        <pc:spChg chg="mod">
          <ac:chgData name="Emel Keres" userId="S::pb33grl@eduvaud.ch::752d1ddc-804c-49ca-ad09-1c6c449e92da" providerId="AD" clId="Web-{25C55401-A386-6B45-C3EF-563D9179BF51}" dt="2026-03-16T08:43:44.713" v="1042" actId="14100"/>
          <ac:spMkLst>
            <pc:docMk/>
            <pc:sldMk cId="2580548579" sldId="262"/>
            <ac:spMk id="6" creationId="{B918D90A-77E7-473B-49BF-60D165A3E090}"/>
          </ac:spMkLst>
        </pc:spChg>
        <pc:cxnChg chg="mod">
          <ac:chgData name="Emel Keres" userId="S::pb33grl@eduvaud.ch::752d1ddc-804c-49ca-ad09-1c6c449e92da" providerId="AD" clId="Web-{25C55401-A386-6B45-C3EF-563D9179BF51}" dt="2026-03-16T08:43:53.839" v="1044" actId="1076"/>
          <ac:cxnSpMkLst>
            <pc:docMk/>
            <pc:sldMk cId="2580548579" sldId="262"/>
            <ac:cxnSpMk id="4" creationId="{92E18D3E-F668-2640-627A-4F43E1645D53}"/>
          </ac:cxnSpMkLst>
        </pc:cxnChg>
      </pc:sldChg>
      <pc:sldChg chg="addSp delSp modSp new mod setBg">
        <pc:chgData name="Emel Keres" userId="S::pb33grl@eduvaud.ch::752d1ddc-804c-49ca-ad09-1c6c449e92da" providerId="AD" clId="Web-{25C55401-A386-6B45-C3EF-563D9179BF51}" dt="2026-03-16T15:19:41.128" v="1527" actId="14100"/>
        <pc:sldMkLst>
          <pc:docMk/>
          <pc:sldMk cId="2923668699" sldId="262"/>
        </pc:sldMkLst>
        <pc:spChg chg="add del mod">
          <ac:chgData name="Emel Keres" userId="S::pb33grl@eduvaud.ch::752d1ddc-804c-49ca-ad09-1c6c449e92da" providerId="AD" clId="Web-{25C55401-A386-6B45-C3EF-563D9179BF51}" dt="2026-03-16T09:25:19.597" v="1366"/>
          <ac:spMkLst>
            <pc:docMk/>
            <pc:sldMk cId="2923668699" sldId="262"/>
            <ac:spMk id="2" creationId="{ABC1601C-BF29-8CF7-67E7-1DE8E764F7C0}"/>
          </ac:spMkLst>
        </pc:spChg>
        <pc:spChg chg="add mod">
          <ac:chgData name="Emel Keres" userId="S::pb33grl@eduvaud.ch::752d1ddc-804c-49ca-ad09-1c6c449e92da" providerId="AD" clId="Web-{25C55401-A386-6B45-C3EF-563D9179BF51}" dt="2026-03-16T15:19:41.128" v="1527" actId="14100"/>
          <ac:spMkLst>
            <pc:docMk/>
            <pc:sldMk cId="2923668699" sldId="262"/>
            <ac:spMk id="3" creationId="{00322F7B-7991-384B-AD7A-A0DBCC7B3BB0}"/>
          </ac:spMkLst>
        </pc:spChg>
      </pc:sldChg>
      <pc:sldChg chg="modSp add del replId">
        <pc:chgData name="Emel Keres" userId="S::pb33grl@eduvaud.ch::752d1ddc-804c-49ca-ad09-1c6c449e92da" providerId="AD" clId="Web-{25C55401-A386-6B45-C3EF-563D9179BF51}" dt="2026-03-16T09:07:04.366" v="1060"/>
        <pc:sldMkLst>
          <pc:docMk/>
          <pc:sldMk cId="1974535775" sldId="263"/>
        </pc:sldMkLst>
        <pc:spChg chg="mod">
          <ac:chgData name="Emel Keres" userId="S::pb33grl@eduvaud.ch::752d1ddc-804c-49ca-ad09-1c6c449e92da" providerId="AD" clId="Web-{25C55401-A386-6B45-C3EF-563D9179BF51}" dt="2026-03-16T08:37:29.890" v="979" actId="1076"/>
          <ac:spMkLst>
            <pc:docMk/>
            <pc:sldMk cId="1974535775" sldId="263"/>
            <ac:spMk id="3" creationId="{55B972F4-D60B-1C1A-1BF2-5144DC686F86}"/>
          </ac:spMkLst>
        </pc:spChg>
        <pc:spChg chg="mod">
          <ac:chgData name="Emel Keres" userId="S::pb33grl@eduvaud.ch::752d1ddc-804c-49ca-ad09-1c6c449e92da" providerId="AD" clId="Web-{25C55401-A386-6B45-C3EF-563D9179BF51}" dt="2026-03-16T08:41:25.692" v="1019" actId="20577"/>
          <ac:spMkLst>
            <pc:docMk/>
            <pc:sldMk cId="1974535775" sldId="263"/>
            <ac:spMk id="6" creationId="{0111A9B2-6AD0-BD72-F268-003D21816063}"/>
          </ac:spMkLst>
        </pc:spChg>
        <pc:cxnChg chg="mod">
          <ac:chgData name="Emel Keres" userId="S::pb33grl@eduvaud.ch::752d1ddc-804c-49ca-ad09-1c6c449e92da" providerId="AD" clId="Web-{25C55401-A386-6B45-C3EF-563D9179BF51}" dt="2026-03-16T08:37:44.718" v="981" actId="14100"/>
          <ac:cxnSpMkLst>
            <pc:docMk/>
            <pc:sldMk cId="1974535775" sldId="263"/>
            <ac:cxnSpMk id="4" creationId="{D3824D9A-737B-1F2D-7B58-703F59A83B44}"/>
          </ac:cxnSpMkLst>
        </pc:cxnChg>
      </pc:sldChg>
      <pc:sldChg chg="addSp modSp new del">
        <pc:chgData name="Emel Keres" userId="S::pb33grl@eduvaud.ch::752d1ddc-804c-49ca-ad09-1c6c449e92da" providerId="AD" clId="Web-{25C55401-A386-6B45-C3EF-563D9179BF51}" dt="2026-03-16T09:25:30.441" v="1369"/>
        <pc:sldMkLst>
          <pc:docMk/>
          <pc:sldMk cId="3607678397" sldId="263"/>
        </pc:sldMkLst>
        <pc:spChg chg="add mod">
          <ac:chgData name="Emel Keres" userId="S::pb33grl@eduvaud.ch::752d1ddc-804c-49ca-ad09-1c6c449e92da" providerId="AD" clId="Web-{25C55401-A386-6B45-C3EF-563D9179BF51}" dt="2026-03-16T09:25:25.581" v="1368" actId="20577"/>
          <ac:spMkLst>
            <pc:docMk/>
            <pc:sldMk cId="3607678397" sldId="263"/>
            <ac:spMk id="2" creationId="{96C54DE2-18CB-4F9C-16F7-E59BE9E4679E}"/>
          </ac:spMkLst>
        </pc:spChg>
      </pc:sldChg>
      <pc:sldChg chg="new del">
        <pc:chgData name="Emel Keres" userId="S::pb33grl@eduvaud.ch::752d1ddc-804c-49ca-ad09-1c6c449e92da" providerId="AD" clId="Web-{25C55401-A386-6B45-C3EF-563D9179BF51}" dt="2026-03-16T09:10:26.460" v="1085"/>
        <pc:sldMkLst>
          <pc:docMk/>
          <pc:sldMk cId="4084392408" sldId="263"/>
        </pc:sldMkLst>
      </pc:sldChg>
      <pc:sldChg chg="modSp add del replId">
        <pc:chgData name="Emel Keres" userId="S::pb33grl@eduvaud.ch::752d1ddc-804c-49ca-ad09-1c6c449e92da" providerId="AD" clId="Web-{25C55401-A386-6B45-C3EF-563D9179BF51}" dt="2026-03-16T09:07:00.662" v="1056"/>
        <pc:sldMkLst>
          <pc:docMk/>
          <pc:sldMk cId="2729730717" sldId="264"/>
        </pc:sldMkLst>
        <pc:spChg chg="mod">
          <ac:chgData name="Emel Keres" userId="S::pb33grl@eduvaud.ch::752d1ddc-804c-49ca-ad09-1c6c449e92da" providerId="AD" clId="Web-{25C55401-A386-6B45-C3EF-563D9179BF51}" dt="2026-03-16T08:45:16.122" v="1052" actId="20577"/>
          <ac:spMkLst>
            <pc:docMk/>
            <pc:sldMk cId="2729730717" sldId="264"/>
            <ac:spMk id="3" creationId="{C49B2F1D-AEE8-C4A0-FA35-1DA2B6EDCD90}"/>
          </ac:spMkLst>
        </pc:spChg>
        <pc:spChg chg="mod">
          <ac:chgData name="Emel Keres" userId="S::pb33grl@eduvaud.ch::752d1ddc-804c-49ca-ad09-1c6c449e92da" providerId="AD" clId="Web-{25C55401-A386-6B45-C3EF-563D9179BF51}" dt="2026-03-16T08:45:25.029" v="1055" actId="1076"/>
          <ac:spMkLst>
            <pc:docMk/>
            <pc:sldMk cId="2729730717" sldId="264"/>
            <ac:spMk id="6" creationId="{E855B6F1-22F0-331C-EA0D-ADD429DC732F}"/>
          </ac:spMkLst>
        </pc:spChg>
        <pc:cxnChg chg="mod">
          <ac:chgData name="Emel Keres" userId="S::pb33grl@eduvaud.ch::752d1ddc-804c-49ca-ad09-1c6c449e92da" providerId="AD" clId="Web-{25C55401-A386-6B45-C3EF-563D9179BF51}" dt="2026-03-16T08:45:22.872" v="1054" actId="14100"/>
          <ac:cxnSpMkLst>
            <pc:docMk/>
            <pc:sldMk cId="2729730717" sldId="264"/>
            <ac:cxnSpMk id="4" creationId="{7ADA72F2-1BCB-C1B4-A8F0-385F909F1B30}"/>
          </ac:cxnSpMkLst>
        </pc:cxnChg>
      </pc:sldChg>
      <pc:sldChg chg="addSp modSp new mod setBg">
        <pc:chgData name="Emel Keres" userId="S::pb33grl@eduvaud.ch::752d1ddc-804c-49ca-ad09-1c6c449e92da" providerId="AD" clId="Web-{25C55401-A386-6B45-C3EF-563D9179BF51}" dt="2026-03-16T14:13:59.761" v="1501" actId="20577"/>
        <pc:sldMkLst>
          <pc:docMk/>
          <pc:sldMk cId="2998398906" sldId="264"/>
        </pc:sldMkLst>
        <pc:spChg chg="add mod">
          <ac:chgData name="Emel Keres" userId="S::pb33grl@eduvaud.ch::752d1ddc-804c-49ca-ad09-1c6c449e92da" providerId="AD" clId="Web-{25C55401-A386-6B45-C3EF-563D9179BF51}" dt="2026-03-16T14:13:59.761" v="1501" actId="20577"/>
          <ac:spMkLst>
            <pc:docMk/>
            <pc:sldMk cId="2998398906" sldId="264"/>
            <ac:spMk id="2" creationId="{7E996A39-B63C-F4CA-C88D-C4DD41191E6B}"/>
          </ac:spMkLst>
        </pc:spChg>
        <pc:picChg chg="add mod">
          <ac:chgData name="Emel Keres" userId="S::pb33grl@eduvaud.ch::752d1ddc-804c-49ca-ad09-1c6c449e92da" providerId="AD" clId="Web-{25C55401-A386-6B45-C3EF-563D9179BF51}" dt="2026-03-16T14:11:00.805" v="1476" actId="1076"/>
          <ac:picMkLst>
            <pc:docMk/>
            <pc:sldMk cId="2998398906" sldId="264"/>
            <ac:picMk id="3" creationId="{26DF97D8-D6C2-B942-6600-CF365E583846}"/>
          </ac:picMkLst>
        </pc:picChg>
      </pc:sldChg>
    </pc:docChg>
  </pc:docChgLst>
  <pc:docChgLst>
    <pc:chgData name="Emel Keres" userId="S::pb33grl@eduvaud.ch::752d1ddc-804c-49ca-ad09-1c6c449e92da" providerId="AD" clId="Web-{B50A05E1-AFFE-5712-8ADC-0A3520EA8336}"/>
    <pc:docChg chg="addSld modSld">
      <pc:chgData name="Emel Keres" userId="S::pb33grl@eduvaud.ch::752d1ddc-804c-49ca-ad09-1c6c449e92da" providerId="AD" clId="Web-{B50A05E1-AFFE-5712-8ADC-0A3520EA8336}" dt="2026-03-16T19:22:41.329" v="98" actId="1076"/>
      <pc:docMkLst>
        <pc:docMk/>
      </pc:docMkLst>
      <pc:sldChg chg="modSp">
        <pc:chgData name="Emel Keres" userId="S::pb33grl@eduvaud.ch::752d1ddc-804c-49ca-ad09-1c6c449e92da" providerId="AD" clId="Web-{B50A05E1-AFFE-5712-8ADC-0A3520EA8336}" dt="2026-03-16T19:16:31.593" v="24" actId="20577"/>
        <pc:sldMkLst>
          <pc:docMk/>
          <pc:sldMk cId="3746204366" sldId="257"/>
        </pc:sldMkLst>
        <pc:spChg chg="mod">
          <ac:chgData name="Emel Keres" userId="S::pb33grl@eduvaud.ch::752d1ddc-804c-49ca-ad09-1c6c449e92da" providerId="AD" clId="Web-{B50A05E1-AFFE-5712-8ADC-0A3520EA8336}" dt="2026-03-16T19:16:31.593" v="24" actId="20577"/>
          <ac:spMkLst>
            <pc:docMk/>
            <pc:sldMk cId="3746204366" sldId="257"/>
            <ac:spMk id="3" creationId="{887DA90D-641E-3D94-03AB-A4FDCC03F76A}"/>
          </ac:spMkLst>
        </pc:spChg>
      </pc:sldChg>
      <pc:sldChg chg="addSp modSp">
        <pc:chgData name="Emel Keres" userId="S::pb33grl@eduvaud.ch::752d1ddc-804c-49ca-ad09-1c6c449e92da" providerId="AD" clId="Web-{B50A05E1-AFFE-5712-8ADC-0A3520EA8336}" dt="2026-03-16T19:22:41.329" v="98" actId="1076"/>
        <pc:sldMkLst>
          <pc:docMk/>
          <pc:sldMk cId="591358847" sldId="258"/>
        </pc:sldMkLst>
        <pc:spChg chg="add mod">
          <ac:chgData name="Emel Keres" userId="S::pb33grl@eduvaud.ch::752d1ddc-804c-49ca-ad09-1c6c449e92da" providerId="AD" clId="Web-{B50A05E1-AFFE-5712-8ADC-0A3520EA8336}" dt="2026-03-16T19:22:41.329" v="98" actId="1076"/>
          <ac:spMkLst>
            <pc:docMk/>
            <pc:sldMk cId="591358847" sldId="258"/>
            <ac:spMk id="2" creationId="{E5351946-D3D5-761B-4DEF-C615971D93AB}"/>
          </ac:spMkLst>
        </pc:spChg>
        <pc:spChg chg="mod">
          <ac:chgData name="Emel Keres" userId="S::pb33grl@eduvaud.ch::752d1ddc-804c-49ca-ad09-1c6c449e92da" providerId="AD" clId="Web-{B50A05E1-AFFE-5712-8ADC-0A3520EA8336}" dt="2026-03-16T19:19:12.500" v="80" actId="1076"/>
          <ac:spMkLst>
            <pc:docMk/>
            <pc:sldMk cId="591358847" sldId="258"/>
            <ac:spMk id="7" creationId="{4376E7ED-16CB-05FB-91CE-78293A73B5CA}"/>
          </ac:spMkLst>
        </pc:spChg>
        <pc:spChg chg="mod">
          <ac:chgData name="Emel Keres" userId="S::pb33grl@eduvaud.ch::752d1ddc-804c-49ca-ad09-1c6c449e92da" providerId="AD" clId="Web-{B50A05E1-AFFE-5712-8ADC-0A3520EA8336}" dt="2026-03-16T19:19:08.219" v="79" actId="1076"/>
          <ac:spMkLst>
            <pc:docMk/>
            <pc:sldMk cId="591358847" sldId="258"/>
            <ac:spMk id="8" creationId="{50DF5D73-7738-8540-2C95-EDD208A4DFF5}"/>
          </ac:spMkLst>
        </pc:spChg>
        <pc:spChg chg="mod">
          <ac:chgData name="Emel Keres" userId="S::pb33grl@eduvaud.ch::752d1ddc-804c-49ca-ad09-1c6c449e92da" providerId="AD" clId="Web-{B50A05E1-AFFE-5712-8ADC-0A3520EA8336}" dt="2026-03-16T19:19:06.469" v="78" actId="1076"/>
          <ac:spMkLst>
            <pc:docMk/>
            <pc:sldMk cId="591358847" sldId="258"/>
            <ac:spMk id="10" creationId="{1E298B98-0D87-9547-6424-2A137F12A2C1}"/>
          </ac:spMkLst>
        </pc:spChg>
        <pc:spChg chg="mod">
          <ac:chgData name="Emel Keres" userId="S::pb33grl@eduvaud.ch::752d1ddc-804c-49ca-ad09-1c6c449e92da" providerId="AD" clId="Web-{B50A05E1-AFFE-5712-8ADC-0A3520EA8336}" dt="2026-03-16T19:19:04.219" v="77" actId="1076"/>
          <ac:spMkLst>
            <pc:docMk/>
            <pc:sldMk cId="591358847" sldId="258"/>
            <ac:spMk id="12" creationId="{DDDADAE3-B87D-A483-F332-21EC9E2ABA43}"/>
          </ac:spMkLst>
        </pc:spChg>
        <pc:spChg chg="mod">
          <ac:chgData name="Emel Keres" userId="S::pb33grl@eduvaud.ch::752d1ddc-804c-49ca-ad09-1c6c449e92da" providerId="AD" clId="Web-{B50A05E1-AFFE-5712-8ADC-0A3520EA8336}" dt="2026-03-16T19:19:02.031" v="76" actId="1076"/>
          <ac:spMkLst>
            <pc:docMk/>
            <pc:sldMk cId="591358847" sldId="258"/>
            <ac:spMk id="20" creationId="{DACCF0E4-15F5-CFF3-DD55-3A9178E3CA8E}"/>
          </ac:spMkLst>
        </pc:spChg>
        <pc:spChg chg="mod">
          <ac:chgData name="Emel Keres" userId="S::pb33grl@eduvaud.ch::752d1ddc-804c-49ca-ad09-1c6c449e92da" providerId="AD" clId="Web-{B50A05E1-AFFE-5712-8ADC-0A3520EA8336}" dt="2026-03-16T19:17:15.343" v="36"/>
          <ac:spMkLst>
            <pc:docMk/>
            <pc:sldMk cId="591358847" sldId="258"/>
            <ac:spMk id="69" creationId="{8161EA6B-09CA-445B-AB0D-8DF76FA92DEF}"/>
          </ac:spMkLst>
        </pc:spChg>
      </pc:sldChg>
      <pc:sldChg chg="addSp modSp new mod setBg">
        <pc:chgData name="Emel Keres" userId="S::pb33grl@eduvaud.ch::752d1ddc-804c-49ca-ad09-1c6c449e92da" providerId="AD" clId="Web-{B50A05E1-AFFE-5712-8ADC-0A3520EA8336}" dt="2026-03-16T19:11:51.232" v="20" actId="20577"/>
        <pc:sldMkLst>
          <pc:docMk/>
          <pc:sldMk cId="3055474279" sldId="265"/>
        </pc:sldMkLst>
        <pc:spChg chg="add mod">
          <ac:chgData name="Emel Keres" userId="S::pb33grl@eduvaud.ch::752d1ddc-804c-49ca-ad09-1c6c449e92da" providerId="AD" clId="Web-{B50A05E1-AFFE-5712-8ADC-0A3520EA8336}" dt="2026-03-16T19:11:51.232" v="20" actId="20577"/>
          <ac:spMkLst>
            <pc:docMk/>
            <pc:sldMk cId="3055474279" sldId="265"/>
            <ac:spMk id="2" creationId="{7A6497C8-582E-6576-9D0F-1A17F4E860F0}"/>
          </ac:spMkLst>
        </pc:spChg>
        <pc:spChg chg="add">
          <ac:chgData name="Emel Keres" userId="S::pb33grl@eduvaud.ch::752d1ddc-804c-49ca-ad09-1c6c449e92da" providerId="AD" clId="Web-{B50A05E1-AFFE-5712-8ADC-0A3520EA8336}" dt="2026-03-16T19:11:08.669" v="12"/>
          <ac:spMkLst>
            <pc:docMk/>
            <pc:sldMk cId="3055474279" sldId="265"/>
            <ac:spMk id="8" creationId="{32E62931-8EB4-42BB-BAAB-D8757BE66D8E}"/>
          </ac:spMkLst>
        </pc:spChg>
        <pc:picChg chg="add mod">
          <ac:chgData name="Emel Keres" userId="S::pb33grl@eduvaud.ch::752d1ddc-804c-49ca-ad09-1c6c449e92da" providerId="AD" clId="Web-{B50A05E1-AFFE-5712-8ADC-0A3520EA8336}" dt="2026-03-16T19:11:14.560" v="13" actId="14100"/>
          <ac:picMkLst>
            <pc:docMk/>
            <pc:sldMk cId="3055474279" sldId="265"/>
            <ac:picMk id="3" creationId="{BF980E98-CBAE-3359-B35B-0F0699894B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C992E-2B6C-AA86-CB77-A3A49666D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F4625D-7EF2-0F1A-AE69-820AEA5AE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A9B6A9-2976-074B-BD74-94DBBEA4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815E70-AC24-2E5E-2BBA-0B44D989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BABD62-69AE-0507-36D1-7E24A540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331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9BAA6E-EF6A-7340-4C2F-C8F4891A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575A3B-882E-0E14-7977-B89B6DFA1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60937B-76CA-C2E9-856A-D1EFAC7D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754AD2-51AA-F539-684C-A59DEB34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879F2B-6A1E-84F1-BDA8-DE5C7D07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770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416767-7B55-D351-BEAA-986ACC72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A97BF7-644A-2283-6866-51D7E0BFE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53F9AB-AE62-6B2B-A512-22B04CD3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64DEFC-A1C7-D2FD-D658-0D0E1966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C98D63-31C3-2BDD-AF66-A751CA3A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3949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57320-A437-8290-3833-08672D75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ED12D6-D00A-0F68-0AAE-7BD66E5BB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FF25C7-0CA3-64D5-7A66-FB27CED93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6DF6D3-B908-39FF-821F-31BF913C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75A83D-1070-73F7-084B-375199516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AC19F2-6B13-FB2A-0F1D-0E14B09A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0422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BEDB8-961B-02A4-9560-9C873B0BC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5CD065-3CAE-43E1-1A66-7F16F15B7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94DE12-8DC6-2357-8D91-7E54840FF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364028-3989-6252-2D6B-99AF49E1E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90E54B5-20DA-39D9-BC55-36C73288C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3D9747B-A72E-7CD7-2AA1-59C2ABC3A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BA9FC8-074D-3C3A-1936-370BB669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B72162-FDCE-C0B2-ED3D-C7859803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3591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719385-F270-429A-344D-C2C5D610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077D87A-CAB0-5B88-EF95-BBEF1A66E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1542D4-23CE-AF99-4421-1B0EEFEE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150F28-5917-6200-9B38-B4A7081E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03925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C539AD-309D-15D4-C4B5-56DAF834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A837C3-DD44-9629-E2BE-60E6F5C3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743251-E34C-7268-2F95-0A75791C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1935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8A7C4-D408-EC86-F41A-678B4B9D3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7EEE3C-4B91-3546-1F0E-E05D6D3A4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0D2562-1753-12E8-58AB-2F43CD800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73B27F-62A9-D908-A818-D9B36E91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9F91D0-1CB3-4023-4288-4982BCF9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97A708-15FB-A562-B017-59D057C5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2257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3B9C6-86F5-52C8-37E6-8CF12939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6E4A1C6-0624-5940-55AA-BE9E5C505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7BB5DE-3025-161D-C0A7-A0B024E50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1E62A6-1F60-60A1-21BA-A2B2E725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C1327F-5F7C-E64E-6A3B-20DBAECB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4B667E-0BC5-5BB3-576B-C8742C5D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435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59A10-0080-D241-560B-1162EAA3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56770EB-9BF4-FEC3-199F-411C2EB14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1251F7-AC07-EC84-2980-409D5837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18E9B7-88E5-2015-797F-3F58B562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4B2474-BB89-1E6E-2F8D-78153BF6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88201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E552DCC-3028-CD58-F1C1-158B9076E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062588-8EB7-CAE9-3769-37805A751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16E774-EB38-6AA9-D597-05F9DA3C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E2442B-252C-CCC9-A106-7087796D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9E4D74-CBD5-66BD-B8CD-3C8DC58B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48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222C829-A5B6-86FB-3FA1-2E1BDC23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D6860B-AFA0-074E-CE73-5DD2251CA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4CA67D-E057-CC0B-42A4-55D388442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FD973-9FBE-4D8C-A70F-308F6E17EE2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A41122-2697-48BC-559C-054A49143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B0E2E9-5C3E-272A-4692-C069E2682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A95A2-B9ED-4294-8263-E0AAB1EC85C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3776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677FA0-2093-0729-65C9-773217153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786988" cy="3736540"/>
          </a:xfrm>
        </p:spPr>
        <p:txBody>
          <a:bodyPr>
            <a:normAutofit/>
          </a:bodyPr>
          <a:lstStyle/>
          <a:p>
            <a:pPr algn="l"/>
            <a:r>
              <a:rPr lang="fr-CH" sz="5100" b="1">
                <a:solidFill>
                  <a:schemeClr val="bg1"/>
                </a:solidFill>
              </a:rPr>
              <a:t>MA-18</a:t>
            </a:r>
            <a:br>
              <a:rPr lang="fr-CH" sz="5100" b="1">
                <a:solidFill>
                  <a:schemeClr val="bg1"/>
                </a:solidFill>
              </a:rPr>
            </a:br>
            <a:r>
              <a:rPr lang="fr-CH" sz="5100" b="1">
                <a:solidFill>
                  <a:schemeClr val="bg1"/>
                </a:solidFill>
              </a:rPr>
              <a:t>Administration Serveur</a:t>
            </a:r>
            <a:br>
              <a:rPr lang="fr-CH" sz="5100" b="1">
                <a:solidFill>
                  <a:schemeClr val="bg1"/>
                </a:solidFill>
              </a:rPr>
            </a:br>
            <a:r>
              <a:rPr lang="fr-CH" sz="5100" b="1">
                <a:solidFill>
                  <a:schemeClr val="bg1"/>
                </a:solidFill>
              </a:rPr>
              <a:t>Services arrêtés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FC79B4-D16D-4E01-717A-8A936D539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CH">
                <a:solidFill>
                  <a:schemeClr val="bg1"/>
                </a:solidFill>
              </a:rPr>
              <a:t>Présenté par </a:t>
            </a:r>
            <a:r>
              <a:rPr lang="fr-CH" err="1">
                <a:solidFill>
                  <a:schemeClr val="bg1"/>
                </a:solidFill>
              </a:rPr>
              <a:t>Emel</a:t>
            </a:r>
            <a:r>
              <a:rPr lang="fr-CH">
                <a:solidFill>
                  <a:schemeClr val="bg1"/>
                </a:solidFill>
              </a:rPr>
              <a:t>, </a:t>
            </a:r>
            <a:r>
              <a:rPr lang="fr-CH" err="1">
                <a:solidFill>
                  <a:schemeClr val="bg1"/>
                </a:solidFill>
              </a:rPr>
              <a:t>Adin</a:t>
            </a:r>
            <a:r>
              <a:rPr lang="fr-CH">
                <a:solidFill>
                  <a:schemeClr val="bg1"/>
                </a:solidFill>
              </a:rPr>
              <a:t>, Yuri, Mateo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8ECC1792-D076-7A04-0474-89075ADB5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467" y="1946764"/>
            <a:ext cx="5827834" cy="2837472"/>
          </a:xfrm>
          <a:prstGeom prst="rect">
            <a:avLst/>
          </a:prstGeom>
        </p:spPr>
      </p:pic>
      <p:pic>
        <p:nvPicPr>
          <p:cNvPr id="6" name="Image 5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DDAF42B-0711-E79F-0AEF-8B7C74FE1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" y="6003191"/>
            <a:ext cx="1700335" cy="84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3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E071F7-D8B0-BCA6-A062-54FF26992E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65917" y="-4892"/>
            <a:ext cx="7450503" cy="1325563"/>
          </a:xfrm>
        </p:spPr>
        <p:txBody>
          <a:bodyPr/>
          <a:lstStyle/>
          <a:p>
            <a:r>
              <a:rPr lang="fr-FR" b="1">
                <a:solidFill>
                  <a:schemeClr val="bg1"/>
                </a:solidFill>
              </a:rPr>
              <a:t>Connaître les services arrêtés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7DA90D-641E-3D94-03AB-A4FDCC03F76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320671"/>
            <a:ext cx="10515600" cy="57123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</a:rPr>
              <a:t>Donnée : </a:t>
            </a:r>
          </a:p>
          <a:p>
            <a:pPr marL="457200" indent="-457200"/>
            <a:r>
              <a:rPr lang="fr-FR" b="1" dirty="0">
                <a:solidFill>
                  <a:schemeClr val="bg1"/>
                </a:solidFill>
              </a:rPr>
              <a:t>Afficher les services Windows arrêtés</a:t>
            </a:r>
          </a:p>
          <a:p>
            <a:pPr marL="457200" indent="-457200"/>
            <a:r>
              <a:rPr lang="fr-FR" b="1" dirty="0">
                <a:solidFill>
                  <a:schemeClr val="bg1"/>
                </a:solidFill>
              </a:rPr>
              <a:t>Récupérer tous les services du système</a:t>
            </a:r>
          </a:p>
          <a:p>
            <a:pPr marL="0" indent="0"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</a:rPr>
              <a:t>On aura besoin de :</a:t>
            </a:r>
          </a:p>
          <a:p>
            <a:pPr marL="457200" indent="-457200"/>
            <a:r>
              <a:rPr lang="fr-FR" b="1" dirty="0" err="1">
                <a:solidFill>
                  <a:schemeClr val="bg1"/>
                </a:solidFill>
              </a:rPr>
              <a:t>Get</a:t>
            </a:r>
            <a:r>
              <a:rPr lang="fr-FR" b="1" dirty="0">
                <a:solidFill>
                  <a:schemeClr val="bg1"/>
                </a:solidFill>
              </a:rPr>
              <a:t>-Service</a:t>
            </a:r>
          </a:p>
          <a:p>
            <a:pPr marL="457200" indent="-457200"/>
            <a:r>
              <a:rPr lang="fr-FR" b="1" dirty="0" err="1">
                <a:solidFill>
                  <a:schemeClr val="bg1"/>
                </a:solidFill>
              </a:rPr>
              <a:t>Where</a:t>
            </a:r>
            <a:r>
              <a:rPr lang="fr-FR" b="1" dirty="0">
                <a:solidFill>
                  <a:schemeClr val="bg1"/>
                </a:solidFill>
              </a:rPr>
              <a:t>-Object</a:t>
            </a:r>
          </a:p>
          <a:p>
            <a:pPr marL="457200" indent="-457200"/>
            <a:r>
              <a:rPr lang="fr-FR" b="1" dirty="0">
                <a:solidFill>
                  <a:schemeClr val="bg1"/>
                </a:solidFill>
              </a:rPr>
              <a:t>$_.</a:t>
            </a:r>
            <a:r>
              <a:rPr lang="fr-FR" b="1" dirty="0" err="1">
                <a:solidFill>
                  <a:schemeClr val="bg1"/>
                </a:solidFill>
              </a:rPr>
              <a:t>Status</a:t>
            </a:r>
            <a:r>
              <a:rPr lang="fr-FR" b="1" dirty="0">
                <a:solidFill>
                  <a:schemeClr val="bg1"/>
                </a:solidFill>
              </a:rPr>
              <a:t> : </a:t>
            </a:r>
            <a:r>
              <a:rPr lang="fr-FR" b="1" dirty="0">
                <a:solidFill>
                  <a:srgbClr val="00B050"/>
                </a:solidFill>
              </a:rPr>
              <a:t>$_</a:t>
            </a:r>
            <a:r>
              <a:rPr lang="fr-FR" b="1" dirty="0">
                <a:solidFill>
                  <a:schemeClr val="bg1"/>
                </a:solidFill>
              </a:rPr>
              <a:t> + </a:t>
            </a:r>
            <a:r>
              <a:rPr lang="fr-FR" b="1" dirty="0">
                <a:solidFill>
                  <a:srgbClr val="00B050"/>
                </a:solidFill>
              </a:rPr>
              <a:t>.</a:t>
            </a:r>
            <a:r>
              <a:rPr lang="fr-FR" b="1" dirty="0" err="1">
                <a:solidFill>
                  <a:srgbClr val="00B050"/>
                </a:solidFill>
              </a:rPr>
              <a:t>Status</a:t>
            </a:r>
            <a:endParaRPr lang="fr-FR" b="1" dirty="0">
              <a:solidFill>
                <a:srgbClr val="00B050"/>
              </a:solidFill>
            </a:endParaRPr>
          </a:p>
          <a:p>
            <a:pPr marL="457200" indent="-457200"/>
            <a:r>
              <a:rPr lang="fr-FR" b="1" dirty="0">
                <a:solidFill>
                  <a:schemeClr val="bg1"/>
                </a:solidFill>
              </a:rPr>
              <a:t>Un opérateur de comparaison</a:t>
            </a:r>
          </a:p>
          <a:p>
            <a:pPr marL="457200" indent="-457200"/>
            <a:r>
              <a:rPr lang="fr-FR" b="1" dirty="0">
                <a:solidFill>
                  <a:schemeClr val="bg1"/>
                </a:solidFill>
              </a:rPr>
              <a:t>Select-Object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620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CA1E0D2-77BC-E391-9EBE-A916A8417BAD}"/>
              </a:ext>
            </a:extLst>
          </p:cNvPr>
          <p:cNvSpPr txBox="1"/>
          <p:nvPr/>
        </p:nvSpPr>
        <p:spPr>
          <a:xfrm>
            <a:off x="0" y="0"/>
            <a:ext cx="12075582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CH" b="1" dirty="0"/>
          </a:p>
          <a:p>
            <a:r>
              <a:rPr lang="fr-CH" sz="4400" b="1" dirty="0" err="1">
                <a:solidFill>
                  <a:schemeClr val="bg1"/>
                </a:solidFill>
              </a:rPr>
              <a:t>Get</a:t>
            </a:r>
            <a:r>
              <a:rPr lang="fr-CH" sz="4400" b="1" dirty="0">
                <a:solidFill>
                  <a:schemeClr val="bg1"/>
                </a:solidFill>
              </a:rPr>
              <a:t>-Service </a:t>
            </a:r>
          </a:p>
          <a:p>
            <a:endParaRPr lang="fr-CH" b="1" dirty="0">
              <a:solidFill>
                <a:schemeClr val="bg1"/>
              </a:solidFill>
            </a:endParaRP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fr-CH" sz="2600" b="1" dirty="0" err="1">
                <a:solidFill>
                  <a:schemeClr val="bg1"/>
                </a:solidFill>
              </a:rPr>
              <a:t>Get</a:t>
            </a:r>
            <a:r>
              <a:rPr lang="fr-CH" sz="2600" b="1" dirty="0">
                <a:solidFill>
                  <a:schemeClr val="bg1"/>
                </a:solidFill>
              </a:rPr>
              <a:t>-Service interroge Windows et renvoie une collection objets de type (</a:t>
            </a:r>
            <a:r>
              <a:rPr lang="fr-CH" sz="2600" b="1" dirty="0" err="1">
                <a:solidFill>
                  <a:schemeClr val="bg1"/>
                </a:solidFill>
              </a:rPr>
              <a:t>System.ServiceProcess</a:t>
            </a:r>
            <a:r>
              <a:rPr lang="fr-CH" sz="2600" b="1" dirty="0">
                <a:solidFill>
                  <a:schemeClr val="bg1"/>
                </a:solidFill>
              </a:rPr>
              <a:t>) </a:t>
            </a: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fr-CH" sz="2600" b="1" dirty="0">
                <a:solidFill>
                  <a:schemeClr val="bg1"/>
                </a:solidFill>
              </a:rPr>
              <a:t>Chaque Objet représente un Service</a:t>
            </a: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fr-CH" sz="2600" b="1" dirty="0">
                <a:solidFill>
                  <a:schemeClr val="bg1"/>
                </a:solidFill>
              </a:rPr>
              <a:t>Exemple : </a:t>
            </a:r>
            <a:r>
              <a:rPr lang="fr-FR" sz="2600" b="1" dirty="0">
                <a:solidFill>
                  <a:schemeClr val="bg1"/>
                </a:solidFill>
              </a:rPr>
              <a:t>Exemple: avec un simple </a:t>
            </a:r>
            <a:r>
              <a:rPr lang="fr-FR" sz="2600" b="1" dirty="0" err="1">
                <a:solidFill>
                  <a:srgbClr val="00B0F0"/>
                </a:solidFill>
              </a:rPr>
              <a:t>Get</a:t>
            </a:r>
            <a:r>
              <a:rPr lang="fr-FR" sz="2600" b="1" dirty="0">
                <a:solidFill>
                  <a:srgbClr val="00B0F0"/>
                </a:solidFill>
              </a:rPr>
              <a:t>-Service</a:t>
            </a:r>
            <a:r>
              <a:rPr lang="fr-FR" sz="2600" b="1" dirty="0">
                <a:solidFill>
                  <a:schemeClr val="bg1"/>
                </a:solidFill>
              </a:rPr>
              <a:t>, on affiche tout en vrac.​</a:t>
            </a:r>
            <a:endParaRPr lang="fr-CH" sz="2600" b="1" dirty="0">
              <a:solidFill>
                <a:schemeClr val="bg1"/>
              </a:solidFill>
            </a:endParaRPr>
          </a:p>
          <a:p>
            <a:pPr algn="l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896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0A2C836-23DE-91AA-B6ED-873A1952E19F}"/>
              </a:ext>
            </a:extLst>
          </p:cNvPr>
          <p:cNvSpPr txBox="1"/>
          <p:nvPr/>
        </p:nvSpPr>
        <p:spPr>
          <a:xfrm>
            <a:off x="1" y="-1"/>
            <a:ext cx="12191999" cy="6420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CH" sz="4400" b="1" dirty="0" err="1">
                <a:solidFill>
                  <a:schemeClr val="bg1"/>
                </a:solidFill>
              </a:rPr>
              <a:t>Where</a:t>
            </a:r>
            <a:r>
              <a:rPr lang="fr-CH" sz="4400" b="1" dirty="0">
                <a:solidFill>
                  <a:schemeClr val="bg1"/>
                </a:solidFill>
              </a:rPr>
              <a:t>-Object</a:t>
            </a:r>
          </a:p>
          <a:p>
            <a:pPr marL="342900" indent="-342900">
              <a:buFont typeface="Arial"/>
              <a:buChar char="•"/>
            </a:pPr>
            <a:endParaRPr lang="fr-CH" sz="20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CH" sz="2600" b="1" dirty="0">
                <a:solidFill>
                  <a:schemeClr val="bg1"/>
                </a:solidFill>
                <a:ea typeface="+mn-lt"/>
                <a:cs typeface="+mn-lt"/>
              </a:rPr>
              <a:t>Elle permet de filtrer des données. 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fr-CH" sz="2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CH" sz="2600" b="1" dirty="0">
                <a:solidFill>
                  <a:schemeClr val="bg1"/>
                </a:solidFill>
                <a:ea typeface="+mn-lt"/>
                <a:cs typeface="+mn-lt"/>
              </a:rPr>
              <a:t>Elle peut seulement conservé les objets qui répondent à une condition précise au sein d'un pipeline.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fr-CH" sz="2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FR" sz="2600" b="1" dirty="0">
                <a:solidFill>
                  <a:schemeClr val="bg1"/>
                </a:solidFill>
                <a:ea typeface="+mn-lt"/>
                <a:cs typeface="+mn-lt"/>
              </a:rPr>
              <a:t>Exemple : ... | </a:t>
            </a:r>
            <a:r>
              <a:rPr lang="fr-FR" sz="2600" b="1" dirty="0" err="1">
                <a:solidFill>
                  <a:srgbClr val="00B0F0"/>
                </a:solidFill>
                <a:ea typeface="+mn-lt"/>
                <a:cs typeface="+mn-lt"/>
              </a:rPr>
              <a:t>Where</a:t>
            </a:r>
            <a:r>
              <a:rPr lang="fr-FR" sz="2600" b="1" dirty="0">
                <a:solidFill>
                  <a:srgbClr val="00B0F0"/>
                </a:solidFill>
                <a:ea typeface="+mn-lt"/>
                <a:cs typeface="+mn-lt"/>
              </a:rPr>
              <a:t>-Object</a:t>
            </a:r>
            <a:r>
              <a:rPr lang="fr-FR" sz="2600" b="1" dirty="0">
                <a:solidFill>
                  <a:schemeClr val="bg1"/>
                </a:solidFill>
                <a:ea typeface="+mn-lt"/>
                <a:cs typeface="+mn-lt"/>
              </a:rPr>
              <a:t> { </a:t>
            </a:r>
            <a:r>
              <a:rPr lang="fr-FR" sz="2600" b="1" dirty="0">
                <a:solidFill>
                  <a:srgbClr val="FFC000"/>
                </a:solidFill>
                <a:ea typeface="+mn-lt"/>
                <a:cs typeface="+mn-lt"/>
              </a:rPr>
              <a:t>condition</a:t>
            </a:r>
            <a:r>
              <a:rPr lang="fr-FR" sz="2600" b="1" dirty="0">
                <a:solidFill>
                  <a:schemeClr val="bg1"/>
                </a:solidFill>
                <a:ea typeface="+mn-lt"/>
                <a:cs typeface="+mn-lt"/>
              </a:rPr>
              <a:t> }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fr-CH" sz="2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fr-CH" sz="2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fr-CH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41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4EBA157-F826-756A-9C9A-131CCE058350}"/>
              </a:ext>
            </a:extLst>
          </p:cNvPr>
          <p:cNvSpPr txBox="1"/>
          <p:nvPr/>
        </p:nvSpPr>
        <p:spPr>
          <a:xfrm>
            <a:off x="0" y="28876"/>
            <a:ext cx="12192000" cy="44473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CH" sz="4400" b="1" dirty="0">
                <a:solidFill>
                  <a:srgbClr val="C00000"/>
                </a:solidFill>
              </a:rPr>
              <a:t>$_</a:t>
            </a:r>
            <a:r>
              <a:rPr lang="fr-CH" sz="4400" b="1" dirty="0">
                <a:solidFill>
                  <a:srgbClr val="00B050"/>
                </a:solidFill>
              </a:rPr>
              <a:t>.</a:t>
            </a:r>
            <a:r>
              <a:rPr lang="fr-CH" sz="4400" b="1" dirty="0" err="1">
                <a:solidFill>
                  <a:srgbClr val="00B050"/>
                </a:solidFill>
              </a:rPr>
              <a:t>Status</a:t>
            </a:r>
            <a:r>
              <a:rPr lang="fr-CH" sz="4400" b="1" dirty="0">
                <a:solidFill>
                  <a:srgbClr val="00B050"/>
                </a:solidFill>
              </a:rPr>
              <a:t> </a:t>
            </a:r>
            <a:endParaRPr lang="fr-FR" sz="4400" dirty="0">
              <a:solidFill>
                <a:srgbClr val="00B050"/>
              </a:solidFill>
            </a:endParaRPr>
          </a:p>
          <a:p>
            <a:endParaRPr lang="fr-CH" sz="2600" b="1" dirty="0">
              <a:solidFill>
                <a:srgbClr val="00B050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CH" sz="2600" b="1" dirty="0">
                <a:solidFill>
                  <a:srgbClr val="C00000"/>
                </a:solidFill>
              </a:rPr>
              <a:t>$_</a:t>
            </a:r>
          </a:p>
          <a:p>
            <a:pPr>
              <a:lnSpc>
                <a:spcPct val="150000"/>
              </a:lnSpc>
            </a:pPr>
            <a:r>
              <a:rPr lang="fr-CH" sz="2600" b="1" dirty="0">
                <a:solidFill>
                  <a:srgbClr val="C00000"/>
                </a:solidFill>
              </a:rPr>
              <a:t>Objet courant (il est </a:t>
            </a:r>
            <a:r>
              <a:rPr lang="fr-CH" sz="2600" b="1" dirty="0" err="1">
                <a:solidFill>
                  <a:srgbClr val="C00000"/>
                </a:solidFill>
              </a:rPr>
              <a:t>séléctionné</a:t>
            </a:r>
            <a:r>
              <a:rPr lang="fr-CH" sz="2600" b="1" dirty="0">
                <a:solidFill>
                  <a:srgbClr val="C00000"/>
                </a:solidFill>
              </a:rPr>
              <a:t> par la commande précédente)</a:t>
            </a:r>
          </a:p>
          <a:p>
            <a:pPr>
              <a:lnSpc>
                <a:spcPct val="150000"/>
              </a:lnSpc>
            </a:pPr>
            <a:endParaRPr lang="fr-CH" sz="2600" b="1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CH" sz="2600" b="1" dirty="0">
                <a:solidFill>
                  <a:srgbClr val="00B050"/>
                </a:solidFill>
              </a:rPr>
              <a:t>.</a:t>
            </a:r>
            <a:r>
              <a:rPr lang="fr-CH" sz="2600" b="1" dirty="0" err="1">
                <a:solidFill>
                  <a:srgbClr val="00B050"/>
                </a:solidFill>
              </a:rPr>
              <a:t>Status</a:t>
            </a:r>
            <a:endParaRPr lang="fr-CH" sz="26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fr-CH" sz="2600" b="1" dirty="0">
                <a:solidFill>
                  <a:srgbClr val="00B050"/>
                </a:solidFill>
                <a:ea typeface="+mn-lt"/>
                <a:cs typeface="+mn-lt"/>
              </a:rPr>
              <a:t>Désigne la propriété spécifique de l'objet</a:t>
            </a:r>
            <a:r>
              <a:rPr lang="fr-CH" sz="2600" b="1" dirty="0">
                <a:solidFill>
                  <a:srgbClr val="00B050"/>
                </a:solidFill>
              </a:rPr>
              <a:t> pour les statuts des services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56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E996A39-B63C-F4CA-C88D-C4DD41191E6B}"/>
              </a:ext>
            </a:extLst>
          </p:cNvPr>
          <p:cNvSpPr txBox="1"/>
          <p:nvPr/>
        </p:nvSpPr>
        <p:spPr>
          <a:xfrm>
            <a:off x="2601565" y="-3502"/>
            <a:ext cx="699372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400" b="1">
                <a:solidFill>
                  <a:schemeClr val="bg1"/>
                </a:solidFill>
              </a:rPr>
              <a:t>Opérateur de comparaison</a:t>
            </a:r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6DF97D8-D6C2-B942-6600-CF365E58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79" y="948359"/>
            <a:ext cx="9448620" cy="51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8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0322F7B-7991-384B-AD7A-A0DBCC7B3BB0}"/>
              </a:ext>
            </a:extLst>
          </p:cNvPr>
          <p:cNvSpPr txBox="1"/>
          <p:nvPr/>
        </p:nvSpPr>
        <p:spPr>
          <a:xfrm>
            <a:off x="3256" y="-4071"/>
            <a:ext cx="12192000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4400" b="1" dirty="0">
                <a:solidFill>
                  <a:schemeClr val="bg1"/>
                </a:solidFill>
              </a:rPr>
              <a:t>Select-Object</a:t>
            </a:r>
          </a:p>
          <a:p>
            <a:endParaRPr lang="fr-FR" sz="4400" b="1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fr-FR" sz="44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fr-F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2600" b="1" dirty="0">
                <a:solidFill>
                  <a:schemeClr val="bg1"/>
                </a:solidFill>
                <a:ea typeface="+mn-lt"/>
                <a:cs typeface="+mn-lt"/>
              </a:rPr>
              <a:t>Il sert à réduire l'objet pour n'afficher que les propriétés qui vous intéressent, ou à en limiter le nombre.</a:t>
            </a:r>
          </a:p>
          <a:p>
            <a:pPr marL="285750" indent="-285750">
              <a:buFont typeface="Arial"/>
              <a:buChar char="•"/>
            </a:pPr>
            <a:endParaRPr lang="fr-FR" sz="2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fr-FR" sz="2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fr-FR" sz="2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fr-FR" sz="2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fontAlgn="base"/>
            <a:r>
              <a:rPr lang="fr-FR" sz="2600" b="1" dirty="0">
                <a:solidFill>
                  <a:schemeClr val="bg1"/>
                </a:solidFill>
                <a:ea typeface="+mn-lt"/>
                <a:cs typeface="+mn-lt"/>
              </a:rPr>
              <a:t>Exemple : </a:t>
            </a:r>
            <a:r>
              <a:rPr lang="fr-FR" sz="2600" b="1" dirty="0">
                <a:solidFill>
                  <a:schemeClr val="bg1"/>
                </a:solidFill>
              </a:rPr>
              <a:t>... | </a:t>
            </a:r>
            <a:r>
              <a:rPr lang="fr-FR" sz="2600" b="1" dirty="0">
                <a:solidFill>
                  <a:srgbClr val="0070C0"/>
                </a:solidFill>
              </a:rPr>
              <a:t>Select-Object</a:t>
            </a:r>
            <a:r>
              <a:rPr lang="fr-FR" sz="2600" b="1" dirty="0">
                <a:solidFill>
                  <a:schemeClr val="bg1"/>
                </a:solidFill>
              </a:rPr>
              <a:t> </a:t>
            </a:r>
            <a:r>
              <a:rPr lang="fr-FR" sz="2600" b="1" dirty="0">
                <a:solidFill>
                  <a:srgbClr val="7030A0"/>
                </a:solidFill>
              </a:rPr>
              <a:t>Name</a:t>
            </a:r>
            <a:r>
              <a:rPr lang="fr-FR" sz="2600" b="1" dirty="0">
                <a:solidFill>
                  <a:schemeClr val="bg1"/>
                </a:solidFill>
              </a:rPr>
              <a:t> (Affiche uniquement le nom du service, cache le reste).</a:t>
            </a:r>
            <a:r>
              <a:rPr lang="en-US" sz="2600" dirty="0">
                <a:solidFill>
                  <a:schemeClr val="bg1"/>
                </a:solidFill>
              </a:rPr>
              <a:t>​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68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A6497C8-582E-6576-9D0F-1A17F4E860F0}"/>
              </a:ext>
            </a:extLst>
          </p:cNvPr>
          <p:cNvSpPr txBox="1"/>
          <p:nvPr/>
        </p:nvSpPr>
        <p:spPr>
          <a:xfrm>
            <a:off x="6335711" y="3014663"/>
            <a:ext cx="5513979" cy="828747"/>
          </a:xfrm>
          <a:prstGeom prst="rect">
            <a:avLst/>
          </a:prstGeom>
          <a:noFill/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Diagramme</a:t>
            </a:r>
            <a:r>
              <a:rPr lang="en-US" sz="5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flux</a:t>
            </a:r>
          </a:p>
        </p:txBody>
      </p:sp>
      <p:pic>
        <p:nvPicPr>
          <p:cNvPr id="3" name="Image 2" descr="Une image contenant text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F980E98-CBAE-3359-B35B-0F0699894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02" r="3" b="3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7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B054583-9543-4AFF-4780-23DD1883B59F}"/>
              </a:ext>
            </a:extLst>
          </p:cNvPr>
          <p:cNvSpPr txBox="1"/>
          <p:nvPr/>
        </p:nvSpPr>
        <p:spPr>
          <a:xfrm>
            <a:off x="6803456" y="9045"/>
            <a:ext cx="4957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Corrigé commenté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5E19B1A-706F-76AB-8D26-539F8A47F69E}"/>
              </a:ext>
            </a:extLst>
          </p:cNvPr>
          <p:cNvSpPr txBox="1"/>
          <p:nvPr/>
        </p:nvSpPr>
        <p:spPr>
          <a:xfrm>
            <a:off x="0" y="769441"/>
            <a:ext cx="596766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>
                <a:solidFill>
                  <a:schemeClr val="bg1"/>
                </a:solidFill>
              </a:rPr>
              <a:t>&gt;$services = une variable qui stock la cmd </a:t>
            </a:r>
            <a:r>
              <a:rPr lang="fr-CH" b="1" dirty="0" err="1">
                <a:solidFill>
                  <a:schemeClr val="bg1"/>
                </a:solidFill>
              </a:rPr>
              <a:t>Get</a:t>
            </a:r>
            <a:r>
              <a:rPr lang="fr-CH" b="1" dirty="0">
                <a:solidFill>
                  <a:schemeClr val="bg1"/>
                </a:solidFill>
              </a:rPr>
              <a:t>-Service</a:t>
            </a:r>
            <a:endParaRPr lang="fr-FR" dirty="0">
              <a:solidFill>
                <a:schemeClr val="bg1"/>
              </a:solidFill>
            </a:endParaRPr>
          </a:p>
          <a:p>
            <a:endParaRPr lang="fr-CH" b="1" dirty="0">
              <a:solidFill>
                <a:schemeClr val="bg1"/>
              </a:solidFill>
            </a:endParaRPr>
          </a:p>
          <a:p>
            <a:r>
              <a:rPr lang="fr-CH" b="1" dirty="0">
                <a:solidFill>
                  <a:schemeClr val="bg1"/>
                </a:solidFill>
              </a:rPr>
              <a:t>&gt;</a:t>
            </a:r>
            <a:r>
              <a:rPr lang="fr-CH" b="1" dirty="0" err="1">
                <a:solidFill>
                  <a:schemeClr val="bg1"/>
                </a:solidFill>
              </a:rPr>
              <a:t>Get</a:t>
            </a:r>
            <a:r>
              <a:rPr lang="fr-CH" b="1" dirty="0">
                <a:solidFill>
                  <a:schemeClr val="bg1"/>
                </a:solidFill>
              </a:rPr>
              <a:t>-Service interroge Windows et renvoie une  collection objets de type (</a:t>
            </a:r>
            <a:r>
              <a:rPr lang="fr-CH" b="1" dirty="0" err="1">
                <a:solidFill>
                  <a:schemeClr val="bg1"/>
                </a:solidFill>
              </a:rPr>
              <a:t>System.ServiceProcess</a:t>
            </a:r>
            <a:r>
              <a:rPr lang="fr-CH" b="1" dirty="0">
                <a:solidFill>
                  <a:schemeClr val="bg1"/>
                </a:solidFill>
              </a:rPr>
              <a:t>) Chaque Objet représente un Service</a:t>
            </a:r>
          </a:p>
          <a:p>
            <a:endParaRPr lang="fr-CH" dirty="0"/>
          </a:p>
          <a:p>
            <a:r>
              <a:rPr lang="fr-CH" b="1" dirty="0">
                <a:solidFill>
                  <a:schemeClr val="bg1"/>
                </a:solidFill>
              </a:rPr>
              <a:t>&gt;Sur la deuxième ligne le symbole | envoie chaque élément de $service vers la commande </a:t>
            </a:r>
            <a:r>
              <a:rPr lang="fr-CH" b="1" dirty="0" err="1">
                <a:solidFill>
                  <a:schemeClr val="bg1"/>
                </a:solidFill>
              </a:rPr>
              <a:t>Where</a:t>
            </a:r>
            <a:r>
              <a:rPr lang="fr-CH" b="1" dirty="0">
                <a:solidFill>
                  <a:schemeClr val="bg1"/>
                </a:solidFill>
              </a:rPr>
              <a:t>-Object </a:t>
            </a:r>
          </a:p>
          <a:p>
            <a:endParaRPr lang="fr-CH" b="1" dirty="0">
              <a:solidFill>
                <a:schemeClr val="bg1"/>
              </a:solidFill>
            </a:endParaRPr>
          </a:p>
          <a:p>
            <a:r>
              <a:rPr lang="fr-CH" b="1" dirty="0">
                <a:solidFill>
                  <a:schemeClr val="bg1"/>
                </a:solidFill>
              </a:rPr>
              <a:t>&gt;$_.</a:t>
            </a:r>
            <a:r>
              <a:rPr lang="fr-CH" b="1" dirty="0" err="1">
                <a:solidFill>
                  <a:schemeClr val="bg1"/>
                </a:solidFill>
              </a:rPr>
              <a:t>Status</a:t>
            </a:r>
            <a:r>
              <a:rPr lang="fr-CH" b="1" dirty="0">
                <a:solidFill>
                  <a:schemeClr val="bg1"/>
                </a:solidFill>
              </a:rPr>
              <a:t> accède à la propriété </a:t>
            </a:r>
            <a:r>
              <a:rPr lang="fr-CH" b="1" dirty="0" err="1">
                <a:solidFill>
                  <a:schemeClr val="bg1"/>
                </a:solidFill>
              </a:rPr>
              <a:t>Status</a:t>
            </a:r>
            <a:r>
              <a:rPr lang="fr-CH" b="1" dirty="0">
                <a:solidFill>
                  <a:schemeClr val="bg1"/>
                </a:solidFill>
              </a:rPr>
              <a:t> de cet objet</a:t>
            </a:r>
          </a:p>
          <a:p>
            <a:endParaRPr lang="fr-CH" b="1" dirty="0">
              <a:solidFill>
                <a:schemeClr val="bg1"/>
              </a:solidFill>
            </a:endParaRPr>
          </a:p>
          <a:p>
            <a:r>
              <a:rPr lang="fr-CH" b="1" dirty="0">
                <a:solidFill>
                  <a:schemeClr val="bg1"/>
                </a:solidFill>
              </a:rPr>
              <a:t>&gt;-eq «</a:t>
            </a:r>
            <a:r>
              <a:rPr lang="fr-CH" b="1" dirty="0" err="1">
                <a:solidFill>
                  <a:schemeClr val="bg1"/>
                </a:solidFill>
              </a:rPr>
              <a:t>Stopped</a:t>
            </a:r>
            <a:r>
              <a:rPr lang="fr-CH" b="1" dirty="0">
                <a:solidFill>
                  <a:schemeClr val="bg1"/>
                </a:solidFill>
              </a:rPr>
              <a:t>»  -eq teste l’égalité entre 2 valeurs  ce filtre garde uniquement les services donc l’état est </a:t>
            </a:r>
            <a:r>
              <a:rPr lang="fr-CH" b="1" dirty="0" err="1">
                <a:solidFill>
                  <a:schemeClr val="bg1"/>
                </a:solidFill>
              </a:rPr>
              <a:t>Stopped</a:t>
            </a:r>
            <a:r>
              <a:rPr lang="fr-CH" b="1" dirty="0">
                <a:solidFill>
                  <a:schemeClr val="bg1"/>
                </a:solidFill>
              </a:rPr>
              <a:t> </a:t>
            </a:r>
          </a:p>
          <a:p>
            <a:endParaRPr lang="fr-CH" b="1" dirty="0">
              <a:solidFill>
                <a:schemeClr val="bg1"/>
              </a:solidFill>
            </a:endParaRPr>
          </a:p>
          <a:p>
            <a:r>
              <a:rPr lang="fr-CH" b="1" dirty="0">
                <a:solidFill>
                  <a:schemeClr val="bg1"/>
                </a:solidFill>
              </a:rPr>
              <a:t>&gt;Write-Host écrit un message dans la console </a:t>
            </a:r>
          </a:p>
          <a:p>
            <a:r>
              <a:rPr lang="fr-CH" b="1" dirty="0">
                <a:solidFill>
                  <a:schemeClr val="bg1"/>
                </a:solidFill>
              </a:rPr>
              <a:t>«-</a:t>
            </a:r>
            <a:r>
              <a:rPr lang="fr-CH" b="1" dirty="0" err="1">
                <a:solidFill>
                  <a:schemeClr val="bg1"/>
                </a:solidFill>
              </a:rPr>
              <a:t>ForegroundColor</a:t>
            </a:r>
            <a:r>
              <a:rPr lang="fr-CH" b="1" dirty="0">
                <a:solidFill>
                  <a:schemeClr val="bg1"/>
                </a:solidFill>
              </a:rPr>
              <a:t> Yellow» mets ce texte en Jaune (a choix)</a:t>
            </a:r>
          </a:p>
          <a:p>
            <a:endParaRPr lang="fr-CH" b="1" dirty="0">
              <a:solidFill>
                <a:schemeClr val="bg1"/>
              </a:solidFill>
            </a:endParaRPr>
          </a:p>
          <a:p>
            <a:r>
              <a:rPr lang="fr-CH" b="1" dirty="0">
                <a:solidFill>
                  <a:schemeClr val="bg1"/>
                </a:solidFill>
              </a:rPr>
              <a:t>&gt;La dernier ligne final Projet la liste qui est donc filtre avec Name et </a:t>
            </a:r>
            <a:r>
              <a:rPr lang="fr-CH" b="1" dirty="0" err="1">
                <a:solidFill>
                  <a:schemeClr val="bg1"/>
                </a:solidFill>
              </a:rPr>
              <a:t>Status</a:t>
            </a:r>
            <a:r>
              <a:rPr lang="fr-CH" b="1" dirty="0">
                <a:solidFill>
                  <a:schemeClr val="bg1"/>
                </a:solidFill>
              </a:rPr>
              <a:t> et le résultat s’affiche sous forme de tableau</a:t>
            </a:r>
          </a:p>
          <a:p>
            <a:endParaRPr lang="fr-CH" b="1" dirty="0">
              <a:solidFill>
                <a:schemeClr val="bg1"/>
              </a:solidFill>
            </a:endParaRPr>
          </a:p>
          <a:p>
            <a:endParaRPr lang="fr-CH" b="1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0DE4B27-1A5A-059A-AE0B-DE0FB057D67D}"/>
              </a:ext>
            </a:extLst>
          </p:cNvPr>
          <p:cNvSpPr txBox="1"/>
          <p:nvPr/>
        </p:nvSpPr>
        <p:spPr>
          <a:xfrm>
            <a:off x="5864993" y="2950676"/>
            <a:ext cx="63270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$services </a:t>
            </a:r>
            <a:r>
              <a:rPr lang="en-US" b="1" dirty="0">
                <a:solidFill>
                  <a:schemeClr val="bg1"/>
                </a:solidFill>
              </a:rPr>
              <a:t>= </a:t>
            </a:r>
            <a:r>
              <a:rPr lang="en-US" b="1" dirty="0">
                <a:solidFill>
                  <a:srgbClr val="00B0F0"/>
                </a:solidFill>
              </a:rPr>
              <a:t>Get-Service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$stopped </a:t>
            </a:r>
            <a:r>
              <a:rPr lang="en-US" b="1" dirty="0">
                <a:solidFill>
                  <a:schemeClr val="bg1"/>
                </a:solidFill>
              </a:rPr>
              <a:t>= </a:t>
            </a:r>
            <a:r>
              <a:rPr lang="en-US" b="1" dirty="0">
                <a:solidFill>
                  <a:srgbClr val="FF0000"/>
                </a:solidFill>
              </a:rPr>
              <a:t>$services </a:t>
            </a:r>
            <a:r>
              <a:rPr lang="en-US" b="1" dirty="0">
                <a:solidFill>
                  <a:schemeClr val="bg1"/>
                </a:solidFill>
              </a:rPr>
              <a:t>| </a:t>
            </a:r>
            <a:r>
              <a:rPr lang="en-US" b="1" dirty="0">
                <a:solidFill>
                  <a:srgbClr val="00B0F0"/>
                </a:solidFill>
              </a:rPr>
              <a:t>Where-Object</a:t>
            </a:r>
            <a:r>
              <a:rPr lang="en-US" b="1" dirty="0">
                <a:solidFill>
                  <a:schemeClr val="bg1"/>
                </a:solidFill>
              </a:rPr>
              <a:t> {</a:t>
            </a:r>
            <a:r>
              <a:rPr lang="en-US" b="1" dirty="0">
                <a:solidFill>
                  <a:srgbClr val="FF0000"/>
                </a:solidFill>
              </a:rPr>
              <a:t>$_.Status </a:t>
            </a:r>
            <a:r>
              <a:rPr lang="en-US" b="1" dirty="0">
                <a:solidFill>
                  <a:schemeClr val="bg1"/>
                </a:solidFill>
              </a:rPr>
              <a:t>-eq "Stopped"}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Write-Host</a:t>
            </a:r>
            <a:r>
              <a:rPr lang="en-US" b="1" dirty="0">
                <a:solidFill>
                  <a:schemeClr val="bg1"/>
                </a:solidFill>
              </a:rPr>
              <a:t> "Services </a:t>
            </a:r>
            <a:r>
              <a:rPr lang="en-US" b="1" dirty="0" err="1">
                <a:solidFill>
                  <a:schemeClr val="bg1"/>
                </a:solidFill>
              </a:rPr>
              <a:t>arrêtés</a:t>
            </a:r>
            <a:r>
              <a:rPr lang="en-US" b="1" dirty="0">
                <a:solidFill>
                  <a:schemeClr val="bg1"/>
                </a:solidFill>
              </a:rPr>
              <a:t> :“ </a:t>
            </a:r>
            <a:r>
              <a:rPr lang="fr-CH" b="1" dirty="0">
                <a:solidFill>
                  <a:srgbClr val="FFFF00"/>
                </a:solidFill>
              </a:rPr>
              <a:t>-</a:t>
            </a:r>
            <a:r>
              <a:rPr lang="fr-CH" b="1" dirty="0" err="1">
                <a:solidFill>
                  <a:srgbClr val="FFFF00"/>
                </a:solidFill>
              </a:rPr>
              <a:t>ForegroundColor</a:t>
            </a:r>
            <a:r>
              <a:rPr lang="fr-CH" b="1" dirty="0">
                <a:solidFill>
                  <a:srgbClr val="FFFF00"/>
                </a:solidFill>
              </a:rPr>
              <a:t> </a:t>
            </a:r>
            <a:r>
              <a:rPr lang="fr-CH" b="1" dirty="0">
                <a:solidFill>
                  <a:srgbClr val="7030A0"/>
                </a:solidFill>
              </a:rPr>
              <a:t>Yellow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$stopped </a:t>
            </a:r>
            <a:r>
              <a:rPr lang="en-US" b="1" dirty="0">
                <a:solidFill>
                  <a:schemeClr val="bg1"/>
                </a:solidFill>
              </a:rPr>
              <a:t>| </a:t>
            </a:r>
            <a:r>
              <a:rPr lang="en-US" b="1" dirty="0">
                <a:solidFill>
                  <a:srgbClr val="00B0F0"/>
                </a:solidFill>
              </a:rPr>
              <a:t>Select-Object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Name, Status</a:t>
            </a:r>
            <a:endParaRPr lang="fr-CH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2364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358</Words>
  <Application>Microsoft Office PowerPoint</Application>
  <PresentationFormat>Grand écran</PresentationFormat>
  <Paragraphs>68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MA-18 Administration Serveur Services arrêtés</vt:lpstr>
      <vt:lpstr>Connaître les services arrêtés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CPNV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Adin Durakovic</dc:creator>
  <cp:lastModifiedBy>Emel Keres</cp:lastModifiedBy>
  <cp:revision>47</cp:revision>
  <dcterms:created xsi:type="dcterms:W3CDTF">2026-03-16T07:20:55Z</dcterms:created>
  <dcterms:modified xsi:type="dcterms:W3CDTF">2026-03-16T19:53:32Z</dcterms:modified>
</cp:coreProperties>
</file>